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9508" r:id="rId4"/>
    <p:sldMasterId id="2147489829" r:id="rId5"/>
    <p:sldMasterId id="2147489846" r:id="rId6"/>
  </p:sldMasterIdLst>
  <p:notesMasterIdLst>
    <p:notesMasterId r:id="rId17"/>
  </p:notesMasterIdLst>
  <p:handoutMasterIdLst>
    <p:handoutMasterId r:id="rId18"/>
  </p:handoutMasterIdLst>
  <p:sldIdLst>
    <p:sldId id="9724" r:id="rId7"/>
    <p:sldId id="2147481207" r:id="rId8"/>
    <p:sldId id="2147481211" r:id="rId9"/>
    <p:sldId id="2147481212" r:id="rId10"/>
    <p:sldId id="10445" r:id="rId11"/>
    <p:sldId id="10439" r:id="rId12"/>
    <p:sldId id="2147481210" r:id="rId13"/>
    <p:sldId id="10443" r:id="rId14"/>
    <p:sldId id="10444" r:id="rId15"/>
    <p:sldId id="2147481213" r:id="rId16"/>
  </p:sldIdLst>
  <p:sldSz cx="12179300" cy="6858000"/>
  <p:notesSz cx="7010400" cy="9296400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Slides" id="{BF41E535-7E6A-48C6-9B6B-8F6714B828AB}">
          <p14:sldIdLst>
            <p14:sldId id="9724"/>
            <p14:sldId id="2147481207"/>
            <p14:sldId id="2147481211"/>
            <p14:sldId id="2147481212"/>
            <p14:sldId id="10445"/>
            <p14:sldId id="10439"/>
            <p14:sldId id="2147481210"/>
            <p14:sldId id="10443"/>
            <p14:sldId id="10444"/>
            <p14:sldId id="2147481213"/>
          </p14:sldIdLst>
        </p14:section>
        <p14:section name="Default Section" id="{59D1EDEC-42DB-B94D-9AF8-5F9890BDFC3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pos="559">
          <p15:clr>
            <a:srgbClr val="A4A3A4"/>
          </p15:clr>
        </p15:guide>
        <p15:guide id="3" orient="horz" pos="4159">
          <p15:clr>
            <a:srgbClr val="A4A3A4"/>
          </p15:clr>
        </p15:guide>
        <p15:guide id="4" pos="385">
          <p15:clr>
            <a:srgbClr val="A4A3A4"/>
          </p15:clr>
        </p15:guide>
        <p15:guide id="5" orient="horz" pos="4151">
          <p15:clr>
            <a:srgbClr val="A4A3A4"/>
          </p15:clr>
        </p15:guide>
        <p15:guide id="6" pos="1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87" userDrawn="1">
          <p15:clr>
            <a:srgbClr val="A4A3A4"/>
          </p15:clr>
        </p15:guide>
        <p15:guide id="2" pos="2200" userDrawn="1">
          <p15:clr>
            <a:srgbClr val="A4A3A4"/>
          </p15:clr>
        </p15:guide>
        <p15:guide id="3" orient="horz" pos="4880" userDrawn="1">
          <p15:clr>
            <a:srgbClr val="A4A3A4"/>
          </p15:clr>
        </p15:guide>
        <p15:guide id="4" pos="2184" userDrawn="1">
          <p15:clr>
            <a:srgbClr val="A4A3A4"/>
          </p15:clr>
        </p15:guide>
        <p15:guide id="5" orient="horz" pos="2948" userDrawn="1">
          <p15:clr>
            <a:srgbClr val="A4A3A4"/>
          </p15:clr>
        </p15:guide>
        <p15:guide id="6" orient="horz" pos="3800" userDrawn="1">
          <p15:clr>
            <a:srgbClr val="A4A3A4"/>
          </p15:clr>
        </p15:guide>
        <p15:guide id="7" pos="2176" userDrawn="1">
          <p15:clr>
            <a:srgbClr val="A4A3A4"/>
          </p15:clr>
        </p15:guide>
        <p15:guide id="8" pos="2160" userDrawn="1">
          <p15:clr>
            <a:srgbClr val="A4A3A4"/>
          </p15:clr>
        </p15:guide>
        <p15:guide id="9" orient="horz" pos="3780" userDrawn="1">
          <p15:clr>
            <a:srgbClr val="A4A3A4"/>
          </p15:clr>
        </p15:guide>
        <p15:guide id="10" orient="horz" pos="4871" userDrawn="1">
          <p15:clr>
            <a:srgbClr val="A4A3A4"/>
          </p15:clr>
        </p15:guide>
        <p15:guide id="11" orient="horz" pos="2942" userDrawn="1">
          <p15:clr>
            <a:srgbClr val="A4A3A4"/>
          </p15:clr>
        </p15:guide>
        <p15:guide id="12" orient="horz" pos="3792" userDrawn="1">
          <p15:clr>
            <a:srgbClr val="A4A3A4"/>
          </p15:clr>
        </p15:guide>
        <p15:guide id="13" pos="2249" userDrawn="1">
          <p15:clr>
            <a:srgbClr val="A4A3A4"/>
          </p15:clr>
        </p15:guide>
        <p15:guide id="14" pos="2233" userDrawn="1">
          <p15:clr>
            <a:srgbClr val="A4A3A4"/>
          </p15:clr>
        </p15:guide>
        <p15:guide id="15" pos="2224" userDrawn="1">
          <p15:clr>
            <a:srgbClr val="A4A3A4"/>
          </p15:clr>
        </p15:guide>
        <p15:guide id="16" pos="2208" userDrawn="1">
          <p15:clr>
            <a:srgbClr val="A4A3A4"/>
          </p15:clr>
        </p15:guide>
        <p15:guide id="17" orient="horz" pos="3911" userDrawn="1">
          <p15:clr>
            <a:srgbClr val="A4A3A4"/>
          </p15:clr>
        </p15:guide>
        <p15:guide id="18" orient="horz" pos="5040" userDrawn="1">
          <p15:clr>
            <a:srgbClr val="A4A3A4"/>
          </p15:clr>
        </p15:guide>
        <p15:guide id="19" orient="horz" pos="3045" userDrawn="1">
          <p15:clr>
            <a:srgbClr val="A4A3A4"/>
          </p15:clr>
        </p15:guide>
        <p15:guide id="20" orient="horz" pos="3924" userDrawn="1">
          <p15:clr>
            <a:srgbClr val="A4A3A4"/>
          </p15:clr>
        </p15:guide>
        <p15:guide id="21" orient="horz" pos="3905" userDrawn="1">
          <p15:clr>
            <a:srgbClr val="A4A3A4"/>
          </p15:clr>
        </p15:guide>
        <p15:guide id="22" orient="horz" pos="5030" userDrawn="1">
          <p15:clr>
            <a:srgbClr val="A4A3A4"/>
          </p15:clr>
        </p15:guide>
        <p15:guide id="23" orient="horz" pos="3038" userDrawn="1">
          <p15:clr>
            <a:srgbClr val="A4A3A4"/>
          </p15:clr>
        </p15:guide>
        <p15:guide id="24" orient="horz" pos="3916" userDrawn="1">
          <p15:clr>
            <a:srgbClr val="A4A3A4"/>
          </p15:clr>
        </p15:guide>
        <p15:guide id="25" pos="2296" userDrawn="1">
          <p15:clr>
            <a:srgbClr val="A4A3A4"/>
          </p15:clr>
        </p15:guide>
        <p15:guide id="26" pos="2279" userDrawn="1">
          <p15:clr>
            <a:srgbClr val="A4A3A4"/>
          </p15:clr>
        </p15:guide>
        <p15:guide id="27" pos="2271" userDrawn="1">
          <p15:clr>
            <a:srgbClr val="A4A3A4"/>
          </p15:clr>
        </p15:guide>
        <p15:guide id="28" pos="2254" userDrawn="1">
          <p15:clr>
            <a:srgbClr val="A4A3A4"/>
          </p15:clr>
        </p15:guide>
        <p15:guide id="29" pos="2347" userDrawn="1">
          <p15:clr>
            <a:srgbClr val="A4A3A4"/>
          </p15:clr>
        </p15:guide>
        <p15:guide id="30" pos="2330" userDrawn="1">
          <p15:clr>
            <a:srgbClr val="A4A3A4"/>
          </p15:clr>
        </p15:guide>
        <p15:guide id="31" pos="2321" userDrawn="1">
          <p15:clr>
            <a:srgbClr val="A4A3A4"/>
          </p15:clr>
        </p15:guide>
        <p15:guide id="32" pos="2304" userDrawn="1">
          <p15:clr>
            <a:srgbClr val="A4A3A4"/>
          </p15:clr>
        </p15:guide>
        <p15:guide id="33" orient="horz" pos="3666" userDrawn="1">
          <p15:clr>
            <a:srgbClr val="A4A3A4"/>
          </p15:clr>
        </p15:guide>
        <p15:guide id="34" orient="horz" pos="4724" userDrawn="1">
          <p15:clr>
            <a:srgbClr val="A4A3A4"/>
          </p15:clr>
        </p15:guide>
        <p15:guide id="35" orient="horz" pos="2854" userDrawn="1">
          <p15:clr>
            <a:srgbClr val="A4A3A4"/>
          </p15:clr>
        </p15:guide>
        <p15:guide id="36" orient="horz" pos="3679" userDrawn="1">
          <p15:clr>
            <a:srgbClr val="A4A3A4"/>
          </p15:clr>
        </p15:guide>
        <p15:guide id="37" orient="horz" pos="3660" userDrawn="1">
          <p15:clr>
            <a:srgbClr val="A4A3A4"/>
          </p15:clr>
        </p15:guide>
        <p15:guide id="38" orient="horz" pos="4717" userDrawn="1">
          <p15:clr>
            <a:srgbClr val="A4A3A4"/>
          </p15:clr>
        </p15:guide>
        <p15:guide id="39" orient="horz" pos="2849" userDrawn="1">
          <p15:clr>
            <a:srgbClr val="A4A3A4"/>
          </p15:clr>
        </p15:guide>
        <p15:guide id="40" orient="horz" pos="3672" userDrawn="1">
          <p15:clr>
            <a:srgbClr val="A4A3A4"/>
          </p15:clr>
        </p15:guide>
        <p15:guide id="41" pos="2108" userDrawn="1">
          <p15:clr>
            <a:srgbClr val="A4A3A4"/>
          </p15:clr>
        </p15:guide>
        <p15:guide id="42" pos="2093" userDrawn="1">
          <p15:clr>
            <a:srgbClr val="A4A3A4"/>
          </p15:clr>
        </p15:guide>
        <p15:guide id="43" pos="2085" userDrawn="1">
          <p15:clr>
            <a:srgbClr val="A4A3A4"/>
          </p15:clr>
        </p15:guide>
        <p15:guide id="44" pos="2070" userDrawn="1">
          <p15:clr>
            <a:srgbClr val="A4A3A4"/>
          </p15:clr>
        </p15:guide>
        <p15:guide id="45" pos="2155" userDrawn="1">
          <p15:clr>
            <a:srgbClr val="A4A3A4"/>
          </p15:clr>
        </p15:guide>
        <p15:guide id="46" pos="2140" userDrawn="1">
          <p15:clr>
            <a:srgbClr val="A4A3A4"/>
          </p15:clr>
        </p15:guide>
        <p15:guide id="47" pos="2131" userDrawn="1">
          <p15:clr>
            <a:srgbClr val="A4A3A4"/>
          </p15:clr>
        </p15:guide>
        <p15:guide id="48" pos="2116" userDrawn="1">
          <p15:clr>
            <a:srgbClr val="A4A3A4"/>
          </p15:clr>
        </p15:guide>
        <p15:guide id="49" orient="horz" pos="2924">
          <p15:clr>
            <a:srgbClr val="A4A3A4"/>
          </p15:clr>
        </p15:guide>
        <p15:guide id="50" orient="horz" pos="3768">
          <p15:clr>
            <a:srgbClr val="A4A3A4"/>
          </p15:clr>
        </p15:guide>
        <p15:guide id="51" orient="horz" pos="2276">
          <p15:clr>
            <a:srgbClr val="A4A3A4"/>
          </p15:clr>
        </p15:guide>
        <p15:guide id="52" orient="horz" pos="2934">
          <p15:clr>
            <a:srgbClr val="A4A3A4"/>
          </p15:clr>
        </p15:guide>
        <p15:guide id="53" orient="horz" pos="2919">
          <p15:clr>
            <a:srgbClr val="A4A3A4"/>
          </p15:clr>
        </p15:guide>
        <p15:guide id="54" orient="horz" pos="3761">
          <p15:clr>
            <a:srgbClr val="A4A3A4"/>
          </p15:clr>
        </p15:guide>
        <p15:guide id="55" orient="horz" pos="2272">
          <p15:clr>
            <a:srgbClr val="A4A3A4"/>
          </p15:clr>
        </p15:guide>
        <p15:guide id="56" orient="horz" pos="2928">
          <p15:clr>
            <a:srgbClr val="A4A3A4"/>
          </p15:clr>
        </p15:guide>
        <p15:guide id="57" orient="horz" pos="3020">
          <p15:clr>
            <a:srgbClr val="A4A3A4"/>
          </p15:clr>
        </p15:guide>
        <p15:guide id="58" orient="horz" pos="3892">
          <p15:clr>
            <a:srgbClr val="A4A3A4"/>
          </p15:clr>
        </p15:guide>
        <p15:guide id="59" orient="horz" pos="2351">
          <p15:clr>
            <a:srgbClr val="A4A3A4"/>
          </p15:clr>
        </p15:guide>
        <p15:guide id="60" orient="horz" pos="3030">
          <p15:clr>
            <a:srgbClr val="A4A3A4"/>
          </p15:clr>
        </p15:guide>
        <p15:guide id="61" orient="horz" pos="3015">
          <p15:clr>
            <a:srgbClr val="A4A3A4"/>
          </p15:clr>
        </p15:guide>
        <p15:guide id="62" orient="horz" pos="3884">
          <p15:clr>
            <a:srgbClr val="A4A3A4"/>
          </p15:clr>
        </p15:guide>
        <p15:guide id="63" orient="horz" pos="2346">
          <p15:clr>
            <a:srgbClr val="A4A3A4"/>
          </p15:clr>
        </p15:guide>
        <p15:guide id="64" orient="horz" pos="3024">
          <p15:clr>
            <a:srgbClr val="A4A3A4"/>
          </p15:clr>
        </p15:guide>
        <p15:guide id="65" orient="horz" pos="2831">
          <p15:clr>
            <a:srgbClr val="A4A3A4"/>
          </p15:clr>
        </p15:guide>
        <p15:guide id="66" orient="horz" pos="3648">
          <p15:clr>
            <a:srgbClr val="A4A3A4"/>
          </p15:clr>
        </p15:guide>
        <p15:guide id="67" orient="horz" pos="2204">
          <p15:clr>
            <a:srgbClr val="A4A3A4"/>
          </p15:clr>
        </p15:guide>
        <p15:guide id="68" orient="horz" pos="2841">
          <p15:clr>
            <a:srgbClr val="A4A3A4"/>
          </p15:clr>
        </p15:guide>
        <p15:guide id="69" orient="horz" pos="2826">
          <p15:clr>
            <a:srgbClr val="A4A3A4"/>
          </p15:clr>
        </p15:guide>
        <p15:guide id="70" orient="horz" pos="3642">
          <p15:clr>
            <a:srgbClr val="A4A3A4"/>
          </p15:clr>
        </p15:guide>
        <p15:guide id="71" orient="horz" pos="2200">
          <p15:clr>
            <a:srgbClr val="A4A3A4"/>
          </p15:clr>
        </p15:guide>
        <p15:guide id="72" orient="horz" pos="283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70C0"/>
    <a:srgbClr val="FFC000"/>
    <a:srgbClr val="6EBB1F"/>
    <a:srgbClr val="9933FF"/>
    <a:srgbClr val="CCD4E3"/>
    <a:srgbClr val="F200BE"/>
    <a:srgbClr val="1EBE72"/>
    <a:srgbClr val="CCFF99"/>
    <a:srgbClr val="FF3F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5535" autoAdjust="0"/>
  </p:normalViewPr>
  <p:slideViewPr>
    <p:cSldViewPr snapToGrid="0">
      <p:cViewPr>
        <p:scale>
          <a:sx n="81" d="100"/>
          <a:sy n="81" d="100"/>
        </p:scale>
        <p:origin x="802" y="91"/>
      </p:cViewPr>
      <p:guideLst>
        <p:guide orient="horz" pos="1416"/>
        <p:guide pos="559"/>
        <p:guide orient="horz" pos="4159"/>
        <p:guide pos="385"/>
        <p:guide orient="horz" pos="4151"/>
        <p:guide pos="1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-3246" y="-114"/>
      </p:cViewPr>
      <p:guideLst>
        <p:guide orient="horz" pos="3787"/>
        <p:guide pos="2200"/>
        <p:guide orient="horz" pos="4880"/>
        <p:guide pos="2184"/>
        <p:guide orient="horz" pos="2948"/>
        <p:guide orient="horz" pos="3800"/>
        <p:guide pos="2176"/>
        <p:guide pos="2160"/>
        <p:guide orient="horz" pos="3780"/>
        <p:guide orient="horz" pos="4871"/>
        <p:guide orient="horz" pos="2942"/>
        <p:guide orient="horz" pos="3792"/>
        <p:guide pos="2249"/>
        <p:guide pos="2233"/>
        <p:guide pos="2224"/>
        <p:guide pos="2208"/>
        <p:guide orient="horz" pos="3911"/>
        <p:guide orient="horz" pos="5040"/>
        <p:guide orient="horz" pos="3045"/>
        <p:guide orient="horz" pos="3924"/>
        <p:guide orient="horz" pos="3905"/>
        <p:guide orient="horz" pos="5030"/>
        <p:guide orient="horz" pos="3038"/>
        <p:guide orient="horz" pos="3916"/>
        <p:guide pos="2296"/>
        <p:guide pos="2279"/>
        <p:guide pos="2271"/>
        <p:guide pos="2254"/>
        <p:guide pos="2347"/>
        <p:guide pos="2330"/>
        <p:guide pos="2321"/>
        <p:guide pos="2304"/>
        <p:guide orient="horz" pos="3666"/>
        <p:guide orient="horz" pos="4724"/>
        <p:guide orient="horz" pos="2854"/>
        <p:guide orient="horz" pos="3679"/>
        <p:guide orient="horz" pos="3660"/>
        <p:guide orient="horz" pos="4717"/>
        <p:guide orient="horz" pos="2849"/>
        <p:guide orient="horz" pos="3672"/>
        <p:guide pos="2108"/>
        <p:guide pos="2093"/>
        <p:guide pos="2085"/>
        <p:guide pos="2070"/>
        <p:guide pos="2155"/>
        <p:guide pos="2140"/>
        <p:guide pos="2131"/>
        <p:guide pos="2116"/>
        <p:guide orient="horz" pos="2924"/>
        <p:guide orient="horz" pos="3768"/>
        <p:guide orient="horz" pos="2276"/>
        <p:guide orient="horz" pos="2934"/>
        <p:guide orient="horz" pos="2919"/>
        <p:guide orient="horz" pos="3761"/>
        <p:guide orient="horz" pos="2272"/>
        <p:guide orient="horz" pos="2928"/>
        <p:guide orient="horz" pos="3020"/>
        <p:guide orient="horz" pos="3892"/>
        <p:guide orient="horz" pos="2351"/>
        <p:guide orient="horz" pos="3030"/>
        <p:guide orient="horz" pos="3015"/>
        <p:guide orient="horz" pos="3884"/>
        <p:guide orient="horz" pos="2346"/>
        <p:guide orient="horz" pos="3024"/>
        <p:guide orient="horz" pos="2831"/>
        <p:guide orient="horz" pos="3648"/>
        <p:guide orient="horz" pos="2204"/>
        <p:guide orient="horz" pos="2841"/>
        <p:guide orient="horz" pos="2826"/>
        <p:guide orient="horz" pos="3642"/>
        <p:guide orient="horz" pos="2200"/>
        <p:guide orient="horz" pos="283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06664473927097"/>
          <c:y val="7.8730078250269481E-2"/>
          <c:w val="0.54353513163795319"/>
          <c:h val="0.5161739943138856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A83-44EC-B355-CB23D645EA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A83-44EC-B355-CB23D645EA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A83-44EC-B355-CB23D645EA07}"/>
              </c:ext>
            </c:extLst>
          </c:dPt>
          <c:dPt>
            <c:idx val="3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A83-44EC-B355-CB23D645EA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A83-44EC-B355-CB23D645EA07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A83-44EC-B355-CB23D645EA0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A83-44EC-B355-CB23D645EA0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A83-44EC-B355-CB23D645EA0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A83-44EC-B355-CB23D645EA0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A83-44EC-B355-CB23D645EA07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4A83-44EC-B355-CB23D645EA0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wireline</c:v>
                </c:pt>
                <c:pt idx="1">
                  <c:v>MFE</c:v>
                </c:pt>
                <c:pt idx="2">
                  <c:v>ETE Billing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A83-44EC-B355-CB23D645E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2483034882373E-2"/>
          <c:y val="0.77282193282774836"/>
          <c:w val="0.94768508920740979"/>
          <c:h val="0.1929270617390286"/>
        </c:manualLayout>
      </c:layout>
      <c:overlay val="0"/>
      <c:spPr>
        <a:noFill/>
        <a:ln>
          <a:solidFill>
            <a:schemeClr val="tx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9AA-43D8-9743-431D48688E72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AA-43D8-9743-431D48688E72}"/>
              </c:ext>
            </c:extLst>
          </c:dPt>
          <c:dPt>
            <c:idx val="2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9AA-43D8-9743-431D48688E7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9AA-43D8-9743-431D48688E72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9AA-43D8-9743-431D48688E72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9AA-43D8-9743-431D48688E7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9AA-43D8-9743-431D48688E7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113FC15-4AF1-4153-83AF-71745DC297C4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9AA-43D8-9743-431D48688E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D6DBE4F-6A12-4679-9179-9A6CB4220AF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9AA-43D8-9743-431D48688E7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3CEF37C-DBCD-49C0-A773-988432FA29C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9AA-43D8-9743-431D48688E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Black</c:v>
                </c:pt>
                <c:pt idx="1">
                  <c:v>Blue</c:v>
                </c:pt>
                <c:pt idx="2">
                  <c:v>Green</c:v>
                </c:pt>
                <c:pt idx="3">
                  <c:v>Amber</c:v>
                </c:pt>
                <c:pt idx="4">
                  <c:v>Red</c:v>
                </c:pt>
                <c:pt idx="5">
                  <c:v>Purple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E-19AA-43D8-9743-431D48688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05401930527608"/>
          <c:y val="0.12281988009421475"/>
          <c:w val="0.53789226926894629"/>
          <c:h val="0.7543602398115704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88-40C0-89D6-03C6DEE8CCF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88-40C0-89D6-03C6DEE8CCFC}"/>
              </c:ext>
            </c:extLst>
          </c:dPt>
          <c:dPt>
            <c:idx val="2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88-40C0-89D6-03C6DEE8CCFC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88-40C0-89D6-03C6DEE8CCFC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88-40C0-89D6-03C6DEE8CCFC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388-40C0-89D6-03C6DEE8CCF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388-40C0-89D6-03C6DEE8CC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113FC15-4AF1-4153-83AF-71745DC297C4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388-40C0-89D6-03C6DEE8CC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D6DBE4F-6A12-4679-9179-9A6CB4220AF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388-40C0-89D6-03C6DEE8CC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3CEF37C-DBCD-49C0-A773-988432FA29C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5388-40C0-89D6-03C6DEE8CC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Black</c:v>
                </c:pt>
                <c:pt idx="1">
                  <c:v>Blue</c:v>
                </c:pt>
                <c:pt idx="2">
                  <c:v>Green</c:v>
                </c:pt>
                <c:pt idx="3">
                  <c:v>Amber</c:v>
                </c:pt>
                <c:pt idx="4">
                  <c:v>Red</c:v>
                </c:pt>
                <c:pt idx="5">
                  <c:v>Purple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E-5388-40C0-89D6-03C6DEE8C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6EBB1F"/>
            </a:solidFill>
          </c:spPr>
          <c:dPt>
            <c:idx val="0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E8-4BC7-B7F6-541A9F9C8CB3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E8-4BC7-B7F6-541A9F9C8CB3}"/>
              </c:ext>
            </c:extLst>
          </c:dPt>
          <c:dPt>
            <c:idx val="2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BE8-4BC7-B7F6-541A9F9C8CB3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BE8-4BC7-B7F6-541A9F9C8CB3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BE8-4BC7-B7F6-541A9F9C8CB3}"/>
              </c:ext>
            </c:extLst>
          </c:dPt>
          <c:dPt>
            <c:idx val="5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BE8-4BC7-B7F6-541A9F9C8CB3}"/>
              </c:ext>
            </c:extLst>
          </c:dPt>
          <c:dPt>
            <c:idx val="6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BE8-4BC7-B7F6-541A9F9C8CB3}"/>
              </c:ext>
            </c:extLst>
          </c:dPt>
          <c:dLbls>
            <c:dLbl>
              <c:idx val="1"/>
              <c:layout>
                <c:manualLayout>
                  <c:x val="-3.39597244355338E-2"/>
                  <c:y val="0.1477858144864673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8-4BC7-B7F6-541A9F9C8CB3}"/>
                </c:ext>
              </c:extLst>
            </c:dLbl>
            <c:dLbl>
              <c:idx val="2"/>
              <c:layout>
                <c:manualLayout>
                  <c:x val="-0.14311255089248115"/>
                  <c:y val="-9.306414907461214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7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BE8-4BC7-B7F6-541A9F9C8CB3}"/>
                </c:ext>
              </c:extLst>
            </c:dLbl>
            <c:dLbl>
              <c:idx val="3"/>
              <c:layout>
                <c:manualLayout>
                  <c:x val="0.11704654891712622"/>
                  <c:y val="-4.357502223753555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E8-4BC7-B7F6-541A9F9C8CB3}"/>
                </c:ext>
              </c:extLst>
            </c:dLbl>
            <c:dLbl>
              <c:idx val="4"/>
              <c:layout>
                <c:manualLayout>
                  <c:x val="2.073414482158999E-2"/>
                  <c:y val="0.1540545142322738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BE8-4BC7-B7F6-541A9F9C8CB3}"/>
                </c:ext>
              </c:extLst>
            </c:dLbl>
            <c:dLbl>
              <c:idx val="5"/>
              <c:layout>
                <c:manualLayout>
                  <c:x val="7.0971766218476146E-2"/>
                  <c:y val="-0.336221994642901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BE8-4BC7-B7F6-541A9F9C8C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Sheet1!$B$2:$B$9</c:f>
              <c:numCache>
                <c:formatCode>General</c:formatCode>
                <c:ptCount val="8"/>
                <c:pt idx="1">
                  <c:v>1</c:v>
                </c:pt>
                <c:pt idx="2">
                  <c:v>7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Sheet1!$A$2:$A$9</c15:sqref>
                        </c15:formulaRef>
                      </c:ext>
                    </c:extLst>
                    <c:strCache>
                      <c:ptCount val="7"/>
                      <c:pt idx="0">
                        <c:v>Black</c:v>
                      </c:pt>
                      <c:pt idx="1">
                        <c:v>Blue</c:v>
                      </c:pt>
                      <c:pt idx="2">
                        <c:v>Green</c:v>
                      </c:pt>
                      <c:pt idx="3">
                        <c:v>Amber</c:v>
                      </c:pt>
                      <c:pt idx="4">
                        <c:v>Red</c:v>
                      </c:pt>
                      <c:pt idx="5">
                        <c:v>Grey</c:v>
                      </c:pt>
                      <c:pt idx="6">
                        <c:v>On Hold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E-1BE8-4BC7-B7F6-541A9F9C8CB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9AA-43D8-9743-431D48688E72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AA-43D8-9743-431D48688E72}"/>
              </c:ext>
            </c:extLst>
          </c:dPt>
          <c:dPt>
            <c:idx val="2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9AA-43D8-9743-431D48688E7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9AA-43D8-9743-431D48688E72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9AA-43D8-9743-431D48688E72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9AA-43D8-9743-431D48688E7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9AA-43D8-9743-431D48688E7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113FC15-4AF1-4153-83AF-71745DC297C4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9AA-43D8-9743-431D48688E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D6DBE4F-6A12-4679-9179-9A6CB4220AF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9AA-43D8-9743-431D48688E7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3CEF37C-DBCD-49C0-A773-988432FA29C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9AA-43D8-9743-431D48688E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Black</c:v>
                </c:pt>
                <c:pt idx="1">
                  <c:v>Blue</c:v>
                </c:pt>
                <c:pt idx="2">
                  <c:v>Green</c:v>
                </c:pt>
                <c:pt idx="3">
                  <c:v>Amber</c:v>
                </c:pt>
                <c:pt idx="4">
                  <c:v>Red</c:v>
                </c:pt>
                <c:pt idx="5">
                  <c:v>Purple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E-19AA-43D8-9743-431D48688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05401930527608"/>
          <c:y val="0.12281988009421475"/>
          <c:w val="0.53789226926894629"/>
          <c:h val="0.7543602398115704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88-40C0-89D6-03C6DEE8CCF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88-40C0-89D6-03C6DEE8CCFC}"/>
              </c:ext>
            </c:extLst>
          </c:dPt>
          <c:dPt>
            <c:idx val="2"/>
            <c:bubble3D val="0"/>
            <c:spPr>
              <a:solidFill>
                <a:srgbClr val="6EB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88-40C0-89D6-03C6DEE8CCFC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88-40C0-89D6-03C6DEE8CCFC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88-40C0-89D6-03C6DEE8CCFC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388-40C0-89D6-03C6DEE8CCF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388-40C0-89D6-03C6DEE8CC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113FC15-4AF1-4153-83AF-71745DC297C4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388-40C0-89D6-03C6DEE8CC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D6DBE4F-6A12-4679-9179-9A6CB4220AF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388-40C0-89D6-03C6DEE8CC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3CEF37C-DBCD-49C0-A773-988432FA29C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5388-40C0-89D6-03C6DEE8CC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Black</c:v>
                </c:pt>
                <c:pt idx="1">
                  <c:v>Blue</c:v>
                </c:pt>
                <c:pt idx="2">
                  <c:v>Green</c:v>
                </c:pt>
                <c:pt idx="3">
                  <c:v>Amber</c:v>
                </c:pt>
                <c:pt idx="4">
                  <c:v>Red</c:v>
                </c:pt>
                <c:pt idx="5">
                  <c:v>Purple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E-5388-40C0-89D6-03C6DEE8C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0.11041</cdr:x>
      <cdr:y>0.54062</cdr:y>
    </cdr:from>
    <cdr:to>
      <cdr:x>0.26108</cdr:x>
      <cdr:y>0.76481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C3A7852-ADB1-4FED-B8EF-1CEFA954BC11}"/>
            </a:ext>
          </a:extLst>
        </cdr:cNvPr>
        <cdr:cNvSpPr txBox="1"/>
      </cdr:nvSpPr>
      <cdr:spPr>
        <a:xfrm xmlns:a="http://schemas.openxmlformats.org/drawingml/2006/main">
          <a:off x="670077" y="2205032"/>
          <a:ext cx="914400" cy="914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vertOverflow="clip" wrap="none" lIns="0" tIns="0" rIns="0" bIns="0" rtlCol="0">
          <a:noAutofit/>
        </a:bodyPr>
        <a:lstStyle xmlns:a="http://schemas.openxmlformats.org/drawingml/2006/main"/>
        <a:p xmlns:a="http://schemas.openxmlformats.org/drawingml/2006/main">
          <a:endParaRPr lang="en-IN" sz="1400" dirty="0">
            <a:solidFill>
              <a:schemeClr val="tx2"/>
            </a:solidFill>
          </a:endParaRPr>
        </a:p>
      </cdr:txBody>
    </cdr:sp>
  </cdr:relSizeAnchor>
  <cdr:relSizeAnchor xmlns:cdr="http://schemas.openxmlformats.org/drawingml/2006/chartDrawing">
    <cdr:from>
      <cdr:x>0.35998</cdr:x>
      <cdr:y>0.3001</cdr:y>
    </cdr:from>
    <cdr:to>
      <cdr:x>0.70647</cdr:x>
      <cdr:y>0.5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46E2E83A-3D21-4CEB-F05E-B946F80F2C9B}"/>
            </a:ext>
          </a:extLst>
        </cdr:cNvPr>
        <cdr:cNvSpPr txBox="1"/>
      </cdr:nvSpPr>
      <cdr:spPr>
        <a:xfrm xmlns:a="http://schemas.openxmlformats.org/drawingml/2006/main">
          <a:off x="1394351" y="1224019"/>
          <a:ext cx="1342089" cy="81533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vertOverflow="clip" wrap="square" lIns="0" tIns="0" rIns="0" bIns="0" rtlCol="0">
          <a:noAutofit/>
        </a:bodyPr>
        <a:lstStyle xmlns:a="http://schemas.openxmlformats.org/drawingml/2006/main"/>
        <a:p xmlns:a="http://schemas.openxmlformats.org/drawingml/2006/main">
          <a:r>
            <a:rPr lang="en-IN" sz="1400" dirty="0">
              <a:solidFill>
                <a:schemeClr val="tx2"/>
              </a:solidFill>
            </a:rPr>
            <a:t>ETE, ETE Billing,</a:t>
          </a:r>
        </a:p>
        <a:p xmlns:a="http://schemas.openxmlformats.org/drawingml/2006/main">
          <a:r>
            <a:rPr lang="en-IN" sz="1400" dirty="0">
              <a:solidFill>
                <a:schemeClr val="tx2"/>
              </a:solidFill>
            </a:rPr>
            <a:t>         MFE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7627" cy="464820"/>
          </a:xfrm>
          <a:prstGeom prst="rect">
            <a:avLst/>
          </a:prstGeom>
        </p:spPr>
        <p:txBody>
          <a:bodyPr vert="horz" lIns="77679" tIns="38839" rIns="77679" bIns="3883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83" y="0"/>
            <a:ext cx="3037627" cy="464820"/>
          </a:xfrm>
          <a:prstGeom prst="rect">
            <a:avLst/>
          </a:prstGeom>
        </p:spPr>
        <p:txBody>
          <a:bodyPr vert="horz" lIns="77679" tIns="38839" rIns="77679" bIns="3883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193D59D-1118-1F48-B621-90B5F2241958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90"/>
            <a:ext cx="3037627" cy="464820"/>
          </a:xfrm>
          <a:prstGeom prst="rect">
            <a:avLst/>
          </a:prstGeom>
        </p:spPr>
        <p:txBody>
          <a:bodyPr vert="horz" lIns="77679" tIns="38839" rIns="77679" bIns="3883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83" y="8829990"/>
            <a:ext cx="3037627" cy="464820"/>
          </a:xfrm>
          <a:prstGeom prst="rect">
            <a:avLst/>
          </a:prstGeom>
        </p:spPr>
        <p:txBody>
          <a:bodyPr vert="horz" lIns="77679" tIns="38839" rIns="77679" bIns="3883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3B8E213-BA5A-7647-8879-D50EF1E6FB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704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7627" cy="464820"/>
          </a:xfrm>
          <a:prstGeom prst="rect">
            <a:avLst/>
          </a:prstGeom>
        </p:spPr>
        <p:txBody>
          <a:bodyPr vert="horz" lIns="78416" tIns="39208" rIns="78416" bIns="3920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183" y="0"/>
            <a:ext cx="3037627" cy="464820"/>
          </a:xfrm>
          <a:prstGeom prst="rect">
            <a:avLst/>
          </a:prstGeom>
        </p:spPr>
        <p:txBody>
          <a:bodyPr vert="horz" lIns="78416" tIns="39208" rIns="78416" bIns="3920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ABDD48-2735-F143-B9DB-F439A098A26D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7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8416" tIns="39208" rIns="78416" bIns="39208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60" y="4415791"/>
            <a:ext cx="5607684" cy="4183380"/>
          </a:xfrm>
          <a:prstGeom prst="rect">
            <a:avLst/>
          </a:prstGeom>
        </p:spPr>
        <p:txBody>
          <a:bodyPr vert="horz" lIns="78416" tIns="39208" rIns="78416" bIns="39208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90"/>
            <a:ext cx="3037627" cy="464820"/>
          </a:xfrm>
          <a:prstGeom prst="rect">
            <a:avLst/>
          </a:prstGeom>
        </p:spPr>
        <p:txBody>
          <a:bodyPr vert="horz" lIns="78416" tIns="39208" rIns="78416" bIns="3920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183" y="8829990"/>
            <a:ext cx="3037627" cy="464820"/>
          </a:xfrm>
          <a:prstGeom prst="rect">
            <a:avLst/>
          </a:prstGeom>
        </p:spPr>
        <p:txBody>
          <a:bodyPr vert="horz" lIns="78416" tIns="39208" rIns="78416" bIns="3920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0F31A8A-43EB-8947-B182-07D22D8CB7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748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29B6-A460-EEE9-9627-6E7F2281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6CBE7-461F-079E-E808-9CE768224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A97B1-5608-27E5-F40E-9CCCB58CE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AF0A0-790F-11B8-8036-41EB848AC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559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E4A3-7179-F3EC-4C6F-CCA59A0A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73AA3-BBBB-AB73-26B7-B1299B3B6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E4713-78C1-9DC9-8C8A-17AFB80FA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9D896-FB1D-8A65-88B6-2562D3FCE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31A8A-43EB-8947-B182-07D22D8CB7A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328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6B013-5F6F-1C35-B3FD-E98829B5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22A96-6068-62F7-20E0-627A801CF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DC5D1-43F6-3E81-E62A-EDD0AA67A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6314-3368-CB04-E173-A691EF233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31A8A-43EB-8947-B182-07D22D8CB7A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450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E4BC-4B58-6179-34FF-F8A18375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113C5-8A9E-E3CA-F5A4-7B494BC62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42499-6E39-451A-B6A4-4F8226474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D39C2-F5D8-D64C-27C3-34EDA5E77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137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CB3A-C58F-E135-C112-966C8D0E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41157-D2F9-2168-B251-CCB673226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25F22-A60C-AD1D-13EF-32F7E75DE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C92CD-0F0B-6ED3-90EC-D3E09B47D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0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4B31-8E2C-1237-6910-33482CDE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EA59C-36CB-8F85-C143-A717A98CE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6B0CF-4977-3E28-66DB-5C98A69CA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6E5F-87A6-2048-1FCA-A60D32D23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45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4D9F-B173-5CF3-3F3A-0032E12B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2016B-6428-B0FF-A9AB-FACCCD58A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2E3CA-A5BD-138E-3E20-039E2581E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A4E2E-77EF-BEEA-80B2-C9347B65A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458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CB3A-C58F-E135-C112-966C8D0E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41157-D2F9-2168-B251-CCB673226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25F22-A60C-AD1D-13EF-32F7E75DE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C92CD-0F0B-6ED3-90EC-D3E09B47D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996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D103-9CB7-4FF2-CE62-D9506C3B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19E6A-A0A0-CFE9-78DD-4F4FC5E07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FBBE7-D0AD-CA2E-4894-34A911B3E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165E-AA53-8AE5-C356-FBB6002AE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F31A8A-43EB-8947-B182-07D22D8CB7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95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FFFFFF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67203" y="6061078"/>
            <a:ext cx="510776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8411" y="594859"/>
            <a:ext cx="5605439" cy="244486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400"/>
              </a:spcAft>
              <a:buFontTx/>
              <a:buNone/>
              <a:defRPr sz="1398" b="0" i="0">
                <a:solidFill>
                  <a:schemeClr val="bg2"/>
                </a:solidFill>
              </a:defRPr>
            </a:lvl1pPr>
            <a:lvl2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2pPr>
            <a:lvl3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3pPr>
            <a:lvl4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4pPr>
            <a:lvl5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927100"/>
            <a:ext cx="11200305" cy="1523098"/>
          </a:xfrm>
          <a:prstGeom prst="rect">
            <a:avLst/>
          </a:prstGeom>
          <a:effectLst/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474724"/>
            <a:ext cx="5605439" cy="23352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98410" y="2459736"/>
            <a:ext cx="11204956" cy="914400"/>
          </a:xfrm>
          <a:prstGeom prst="rect">
            <a:avLst/>
          </a:prstGeom>
          <a:effectLst/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292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000000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8676" y="594859"/>
            <a:ext cx="5605439" cy="244486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2pPr>
            <a:lvl3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3pPr>
            <a:lvl4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4pPr>
            <a:lvl5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674" y="939800"/>
            <a:ext cx="11200305" cy="1511764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676" y="3474724"/>
            <a:ext cx="5605439" cy="23352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98675" y="2459736"/>
            <a:ext cx="11204956" cy="914400"/>
          </a:xfrm>
          <a:prstGeom prst="rect">
            <a:avLst/>
          </a:prstGeom>
        </p:spPr>
        <p:txBody>
          <a:bodyPr/>
          <a:lstStyle>
            <a:lvl1pPr>
              <a:defRPr sz="2396" baseline="0"/>
            </a:lvl1pPr>
            <a:lvl2pPr>
              <a:defRPr sz="1996" baseline="0"/>
            </a:lvl2pPr>
            <a:lvl3pPr>
              <a:defRPr sz="1996" baseline="0"/>
            </a:lvl3pPr>
            <a:lvl4pPr>
              <a:defRPr sz="1996" baseline="0"/>
            </a:lvl4pPr>
            <a:lvl5pPr>
              <a:defRPr sz="1996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37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833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000000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1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51" y="3657600"/>
            <a:ext cx="11200305" cy="1517904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9352" y="5303520"/>
            <a:ext cx="8645013" cy="820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9185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8369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207553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69185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8369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207553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99353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86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000000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4"/>
            <a:ext cx="12179300" cy="3425825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0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7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FFFFFF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14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9185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8369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207553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69185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8369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207553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2431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98087" y="6329366"/>
            <a:ext cx="5897713" cy="274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FFFFFF"/>
                </a:solidFill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4"/>
            <a:ext cx="12179300" cy="3425825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7768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91740" y="6337300"/>
            <a:ext cx="2303249" cy="120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748"/>
              </a:lnSpc>
            </a:pPr>
            <a:r>
              <a:rPr lang="en-US" altLang="en-US" sz="600" dirty="0">
                <a:solidFill>
                  <a:srgbClr val="000000"/>
                </a:solidFill>
                <a:cs typeface="+mn-cs"/>
              </a:rPr>
              <a:t>© 2016 AT&amp;T Intellectual Property. All rights reserved. 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6506" y="6075366"/>
            <a:ext cx="661471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98408" y="3276600"/>
            <a:ext cx="11200305" cy="1510747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08" y="4809744"/>
            <a:ext cx="10876792" cy="44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455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774700"/>
            <a:ext cx="12179300" cy="60833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502638" y="1642536"/>
            <a:ext cx="11200305" cy="1512147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215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774700"/>
            <a:ext cx="12179300" cy="6083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81477" y="6075366"/>
            <a:ext cx="4965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98408" y="1634067"/>
            <a:ext cx="11200305" cy="1515534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 bwMode="white"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50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774700"/>
            <a:ext cx="12179300" cy="60833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267203" y="6061078"/>
            <a:ext cx="510776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98408" y="1642536"/>
            <a:ext cx="11200305" cy="1512147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 bwMode="white"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9200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white">
          <a:xfrm>
            <a:off x="483810" y="6248400"/>
            <a:ext cx="2848922" cy="25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1642536"/>
            <a:ext cx="11200305" cy="1512147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49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774700"/>
            <a:ext cx="12179300" cy="60833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17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98408" y="1638300"/>
            <a:ext cx="11200305" cy="1516378"/>
          </a:xfrm>
          <a:prstGeom prst="rect">
            <a:avLst/>
          </a:prstGeom>
        </p:spPr>
        <p:txBody>
          <a:bodyPr anchor="b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1790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490555" y="1139370"/>
            <a:ext cx="11200305" cy="48121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3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EF3949B-BBBD-40B1-A5F8-0E5F707F0BBC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02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490555" y="1139629"/>
            <a:ext cx="11200305" cy="4800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Aft>
                <a:spcPts val="600"/>
              </a:spcAft>
              <a:defRPr sz="2396" baseline="0"/>
            </a:lvl1pPr>
            <a:lvl2pPr>
              <a:defRPr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3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FCB94E-6ECB-4716-88C1-C22D66FD01C6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7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234876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43AA1-8571-45A1-BCFE-A075AEE7F1A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98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222561" y="1206500"/>
            <a:ext cx="5470415" cy="46482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5D4589E-8779-4E4B-8D42-92BC8485C85C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50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6089650" y="1209675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7280" y="1139546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1139825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D4B3EB-D696-4CAC-A203-26D719EB764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08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43000"/>
            <a:ext cx="699388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740757" y="1143000"/>
            <a:ext cx="39501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0BEF3D-9214-4CC9-8F3B-2B8AEF1E31BA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48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740757" y="1139825"/>
            <a:ext cx="39501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90557" y="1206504"/>
            <a:ext cx="6988596" cy="4648199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0A6FB5F-C65A-4ED2-A366-1E80EF42EFDB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197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601355" y="1209675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68667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848883" y="1139825"/>
            <a:ext cx="3841976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EAA40F1-7FB6-442A-8E0C-39A0E2E3178B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02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6089650" y="1209675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7" y="1139825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32539" y="1118312"/>
            <a:ext cx="5358323" cy="4833226"/>
          </a:xfrm>
          <a:prstGeom prst="rect">
            <a:avLst/>
          </a:prstGeom>
        </p:spPr>
        <p:txBody>
          <a:bodyPr/>
          <a:lstStyle>
            <a:lvl1pPr marL="172762" indent="-172762">
              <a:lnSpc>
                <a:spcPct val="90000"/>
              </a:lnSpc>
              <a:spcAft>
                <a:spcPts val="998"/>
              </a:spcAft>
              <a:defRPr sz="3194">
                <a:solidFill>
                  <a:schemeClr val="tx1"/>
                </a:solidFill>
              </a:defRPr>
            </a:lvl1pPr>
            <a:lvl2pPr marL="739479" indent="-285293">
              <a:spcAft>
                <a:spcPts val="998"/>
              </a:spcAft>
              <a:buClr>
                <a:schemeClr val="tx2"/>
              </a:buClr>
              <a:buFont typeface="Lucida Grande"/>
              <a:buChar char="—"/>
              <a:defRPr i="1">
                <a:solidFill>
                  <a:schemeClr val="tx2"/>
                </a:solidFill>
              </a:defRPr>
            </a:lvl2pPr>
            <a:lvl3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3pPr>
            <a:lvl4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4pPr>
            <a:lvl5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20EEF7-A077-4E2E-ACBC-E2CBEF9560A9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1000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4588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7281" y="1117916"/>
            <a:ext cx="11204533" cy="4833623"/>
          </a:xfrm>
          <a:prstGeom prst="rect">
            <a:avLst/>
          </a:prstGeom>
        </p:spPr>
        <p:txBody>
          <a:bodyPr/>
          <a:lstStyle>
            <a:lvl1pPr marL="172762" indent="-172762">
              <a:lnSpc>
                <a:spcPct val="90000"/>
              </a:lnSpc>
              <a:spcAft>
                <a:spcPts val="998"/>
              </a:spcAft>
              <a:defRPr sz="3194">
                <a:solidFill>
                  <a:schemeClr val="tx1"/>
                </a:solidFill>
              </a:defRPr>
            </a:lvl1pPr>
            <a:lvl2pPr marL="739479" indent="-285293">
              <a:spcAft>
                <a:spcPts val="998"/>
              </a:spcAft>
              <a:buClr>
                <a:schemeClr val="tx2"/>
              </a:buClr>
              <a:buFont typeface="Lucida Grande"/>
              <a:buChar char="—"/>
              <a:defRPr i="1">
                <a:solidFill>
                  <a:schemeClr val="tx2"/>
                </a:solidFill>
              </a:defRPr>
            </a:lvl2pPr>
            <a:lvl3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3pPr>
            <a:lvl4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4pPr>
            <a:lvl5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99C550-AFD3-4851-9AF6-EFCBC589A989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214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1206500"/>
            <a:ext cx="12179300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099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1206500"/>
            <a:ext cx="6101829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89652" y="1206500"/>
            <a:ext cx="6089649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34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Row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H="1">
            <a:off x="490156" y="3521075"/>
            <a:ext cx="11200577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87280" y="1206500"/>
            <a:ext cx="2841837" cy="2128838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672822" y="1145571"/>
            <a:ext cx="8018039" cy="2306404"/>
          </a:xfrm>
          <a:prstGeom prst="rect">
            <a:avLst/>
          </a:prstGeom>
        </p:spPr>
        <p:txBody>
          <a:bodyPr/>
          <a:lstStyle>
            <a:lvl1pPr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87280" y="3721100"/>
            <a:ext cx="2841837" cy="21336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3672822" y="3632261"/>
            <a:ext cx="8018039" cy="2309752"/>
          </a:xfrm>
          <a:prstGeom prst="rect">
            <a:avLst/>
          </a:prstGeom>
        </p:spPr>
        <p:txBody>
          <a:bodyPr/>
          <a:lstStyle>
            <a:lvl1pPr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07DEB6-B4B9-4C76-B3B2-70F56B10AFBD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3051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Row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490156" y="2690813"/>
            <a:ext cx="11200577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90156" y="4365625"/>
            <a:ext cx="11200577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90557" y="1209839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672822" y="1146867"/>
            <a:ext cx="8018039" cy="146164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90557" y="2868174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38" name="Text Placeholder 20"/>
          <p:cNvSpPr>
            <a:spLocks noGrp="1"/>
          </p:cNvSpPr>
          <p:nvPr>
            <p:ph type="body" sz="quarter" idx="20"/>
          </p:nvPr>
        </p:nvSpPr>
        <p:spPr>
          <a:xfrm>
            <a:off x="3672822" y="2778381"/>
            <a:ext cx="8018039" cy="145691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490557" y="4546625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40" name="Text Placeholder 20"/>
          <p:cNvSpPr>
            <a:spLocks noGrp="1"/>
          </p:cNvSpPr>
          <p:nvPr>
            <p:ph type="body" sz="quarter" idx="22"/>
          </p:nvPr>
        </p:nvSpPr>
        <p:spPr>
          <a:xfrm>
            <a:off x="3672822" y="4465968"/>
            <a:ext cx="8018039" cy="148557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23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1AF895-B7E9-4B04-B722-77129070EAF9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3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2219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089650" y="1208088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7" y="1209839"/>
            <a:ext cx="5355932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6334928" y="1209839"/>
            <a:ext cx="5355932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7" y="3709992"/>
            <a:ext cx="5358892" cy="223043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3709992"/>
            <a:ext cx="5358892" cy="223043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12654-6A74-4C9C-8AB7-A5E2B8614C39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9508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4140137" y="1208088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043922" y="1208088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326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5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20"/>
          </p:nvPr>
        </p:nvSpPr>
        <p:spPr>
          <a:xfrm>
            <a:off x="4392817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8292965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/>
          </p:nvPr>
        </p:nvSpPr>
        <p:spPr>
          <a:xfrm>
            <a:off x="486326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8"/>
          </p:nvPr>
        </p:nvSpPr>
        <p:spPr>
          <a:xfrm>
            <a:off x="4390065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9"/>
          </p:nvPr>
        </p:nvSpPr>
        <p:spPr>
          <a:xfrm>
            <a:off x="8293804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22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D47915-CC10-4726-9ABC-F5274933D019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3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458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3164588" y="1208088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94409" y="1209678"/>
            <a:ext cx="0" cy="465296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011540" y="1208088"/>
            <a:ext cx="0" cy="465455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6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3409755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22"/>
          </p:nvPr>
        </p:nvSpPr>
        <p:spPr>
          <a:xfrm>
            <a:off x="6327474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23"/>
          </p:nvPr>
        </p:nvSpPr>
        <p:spPr>
          <a:xfrm>
            <a:off x="9232697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7"/>
          </p:nvPr>
        </p:nvSpPr>
        <p:spPr>
          <a:xfrm>
            <a:off x="486327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3409755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9"/>
          </p:nvPr>
        </p:nvSpPr>
        <p:spPr>
          <a:xfrm>
            <a:off x="6327475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0"/>
          </p:nvPr>
        </p:nvSpPr>
        <p:spPr>
          <a:xfrm>
            <a:off x="9248048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2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7A387-6CB1-46B4-885B-636AEE054460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0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519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089650" y="2686053"/>
            <a:ext cx="0" cy="31781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326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86326" y="1118870"/>
            <a:ext cx="11200305" cy="13401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7" y="2624606"/>
            <a:ext cx="5358892" cy="3315823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2623102"/>
            <a:ext cx="5358892" cy="3317327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A7C616-F1AE-4B1F-AC5D-0057F8F1AF0B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38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40137" y="2686053"/>
            <a:ext cx="0" cy="31781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8043922" y="2686053"/>
            <a:ext cx="0" cy="31781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90555" y="1117981"/>
            <a:ext cx="11200305" cy="13441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6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/>
          </p:nvPr>
        </p:nvSpPr>
        <p:spPr>
          <a:xfrm>
            <a:off x="4390065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6"/>
          </p:nvPr>
        </p:nvSpPr>
        <p:spPr>
          <a:xfrm>
            <a:off x="8293804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9CBD2C-3F56-4511-B54E-C45078853CEA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386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164588" y="2690813"/>
            <a:ext cx="0" cy="317341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6088064" y="2690813"/>
            <a:ext cx="0" cy="317341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9011540" y="2690813"/>
            <a:ext cx="0" cy="317341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90555" y="1117981"/>
            <a:ext cx="11200305" cy="13441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/>
          </p:nvPr>
        </p:nvSpPr>
        <p:spPr>
          <a:xfrm>
            <a:off x="486327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/>
          <p:cNvSpPr>
            <a:spLocks noGrp="1"/>
          </p:cNvSpPr>
          <p:nvPr>
            <p:ph sz="quarter" idx="16"/>
          </p:nvPr>
        </p:nvSpPr>
        <p:spPr>
          <a:xfrm>
            <a:off x="3409755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7"/>
          </p:nvPr>
        </p:nvSpPr>
        <p:spPr>
          <a:xfrm>
            <a:off x="6333184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9256612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9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01503B-93DD-4202-8BF0-7A25E1786FEF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8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355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6089650" y="1770063"/>
            <a:ext cx="0" cy="409416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7" y="1769553"/>
            <a:ext cx="5368619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322243" y="1769553"/>
            <a:ext cx="5368619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7" y="2624606"/>
            <a:ext cx="5358892" cy="3315823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2623102"/>
            <a:ext cx="5358892" cy="3317327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5F77E55-296B-4FC6-B113-BE3346CB7C5B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3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0035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4140137" y="1770063"/>
            <a:ext cx="0" cy="409416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8043922" y="1770063"/>
            <a:ext cx="0" cy="409416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5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4390066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8293804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/>
          </p:nvPr>
        </p:nvSpPr>
        <p:spPr>
          <a:xfrm>
            <a:off x="490555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8"/>
          </p:nvPr>
        </p:nvSpPr>
        <p:spPr>
          <a:xfrm>
            <a:off x="4390065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9"/>
          </p:nvPr>
        </p:nvSpPr>
        <p:spPr>
          <a:xfrm>
            <a:off x="8293804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sysClr val="windowText" lastClr="000000"/>
              </a:solidFill>
            </a:endParaRPr>
          </a:p>
        </p:txBody>
      </p:sp>
      <p:sp>
        <p:nvSpPr>
          <p:cNvPr id="20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989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3164588" y="1790703"/>
            <a:ext cx="0" cy="407352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6089650" y="1770063"/>
            <a:ext cx="0" cy="4094162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9011540" y="1779591"/>
            <a:ext cx="0" cy="4084637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5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3409755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6327474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9248047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7"/>
          </p:nvPr>
        </p:nvSpPr>
        <p:spPr>
          <a:xfrm>
            <a:off x="49055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340975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9"/>
          </p:nvPr>
        </p:nvSpPr>
        <p:spPr>
          <a:xfrm>
            <a:off x="632747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0"/>
          </p:nvPr>
        </p:nvSpPr>
        <p:spPr>
          <a:xfrm>
            <a:off x="9248048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24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DBD5D29-CEA6-4AA5-9BFC-E323B0FCD1A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4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1500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4" y="1139825"/>
            <a:ext cx="7936537" cy="480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8651704" y="1206500"/>
            <a:ext cx="3039156" cy="4648200"/>
          </a:xfrm>
          <a:prstGeom prst="rect">
            <a:avLst/>
          </a:prstGeom>
          <a:solidFill>
            <a:srgbClr val="E8E8E8"/>
          </a:solidFill>
        </p:spPr>
        <p:txBody>
          <a:bodyPr lIns="274320" tIns="182880" rIns="274320" bIns="182880"/>
          <a:lstStyle>
            <a:lvl1pPr>
              <a:lnSpc>
                <a:spcPct val="100000"/>
              </a:lnSpc>
              <a:spcAft>
                <a:spcPts val="600"/>
              </a:spcAft>
              <a:defRPr sz="1598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98" i="1" baseline="0"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549EA09-46C4-49AA-AD39-48116CC1341C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7882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8651704" y="1206500"/>
            <a:ext cx="3039156" cy="4648200"/>
          </a:xfrm>
          <a:prstGeom prst="rect">
            <a:avLst/>
          </a:prstGeom>
          <a:solidFill>
            <a:srgbClr val="E8E8E8"/>
          </a:solidFill>
        </p:spPr>
        <p:txBody>
          <a:bodyPr lIns="274320" tIns="182880" rIns="274320" bIns="182880"/>
          <a:lstStyle>
            <a:lvl1pPr>
              <a:lnSpc>
                <a:spcPct val="100000"/>
              </a:lnSpc>
              <a:spcAft>
                <a:spcPts val="600"/>
              </a:spcAft>
              <a:defRPr sz="1598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98" i="1" baseline="0"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90555" y="1206500"/>
            <a:ext cx="7931347" cy="46482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6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DDB433-68E1-4B8D-9517-3FED61ECAFF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7665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m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8569" y="1458913"/>
            <a:ext cx="5344109" cy="440531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346626" y="1458913"/>
            <a:ext cx="5344108" cy="440531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612" y="3217863"/>
            <a:ext cx="25380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8957" y="1142215"/>
            <a:ext cx="5343576" cy="3161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728435" y="1587384"/>
            <a:ext cx="4871720" cy="41371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356428" y="1142215"/>
            <a:ext cx="5334432" cy="3161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6"/>
          </p:nvPr>
        </p:nvSpPr>
        <p:spPr>
          <a:xfrm>
            <a:off x="6581265" y="1587384"/>
            <a:ext cx="4871720" cy="41371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5082376" y="542928"/>
            <a:ext cx="293458" cy="225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9FD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74EFF2-3276-4801-A0A5-A43CCA1338FF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3"/>
          <p:cNvSpPr txBox="1">
            <a:spLocks/>
          </p:cNvSpPr>
          <p:nvPr userDrawn="1"/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074B6C9-7640-0346-9181-9D7622A30249}" type="slidenum">
              <a:rPr lang="en-US" sz="698" smtClean="0">
                <a:solidFill>
                  <a:srgbClr val="5A5A5A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98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773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20" y="303213"/>
            <a:ext cx="3507219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3502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2108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b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4909474" y="2290766"/>
            <a:ext cx="2338146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2045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YW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902198" y="2667000"/>
            <a:ext cx="409413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88515" y="6398261"/>
            <a:ext cx="293836" cy="224790"/>
          </a:xfrm>
          <a:prstGeom prst="rect">
            <a:avLst/>
          </a:prstGeom>
        </p:spPr>
        <p:txBody>
          <a:bodyPr/>
          <a:lstStyle>
            <a:lvl1pPr>
              <a:defRPr sz="698"/>
            </a:lvl1pPr>
          </a:lstStyle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9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be Black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white">
          <a:xfrm>
            <a:off x="282354" y="0"/>
            <a:ext cx="4062411" cy="50323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4920577" y="2290766"/>
            <a:ext cx="2338146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968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YW Black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white">
          <a:xfrm>
            <a:off x="2" y="0"/>
            <a:ext cx="4344765" cy="50323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4038618" y="2636838"/>
            <a:ext cx="4102067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710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be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white">
          <a:xfrm>
            <a:off x="2" y="0"/>
            <a:ext cx="4344765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5291763" y="2662241"/>
            <a:ext cx="159577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277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YW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white">
          <a:xfrm>
            <a:off x="282354" y="0"/>
            <a:ext cx="4062411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 bwMode="white">
          <a:xfrm>
            <a:off x="11168855" y="6078538"/>
            <a:ext cx="1010447" cy="4746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4040203" y="2641601"/>
            <a:ext cx="4098894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462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BS Title O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6894" y="1768929"/>
            <a:ext cx="6540052" cy="1523098"/>
          </a:xfrm>
          <a:prstGeom prst="rect">
            <a:avLst/>
          </a:prstGeom>
          <a:effectLst/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prstClr val="white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356894" y="3562822"/>
            <a:ext cx="6542768" cy="914400"/>
          </a:xfrm>
          <a:prstGeom prst="rect">
            <a:avLst/>
          </a:prstGeom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80592" y="3429000"/>
            <a:ext cx="1808336" cy="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 userDrawn="1"/>
        </p:nvGrpSpPr>
        <p:grpSpPr>
          <a:xfrm>
            <a:off x="854296" y="1426815"/>
            <a:ext cx="4004190" cy="4004370"/>
            <a:chOff x="975878" y="1141768"/>
            <a:chExt cx="2862072" cy="2859964"/>
          </a:xfrm>
        </p:grpSpPr>
        <p:sp>
          <p:nvSpPr>
            <p:cNvPr id="15" name="Oval 14"/>
            <p:cNvSpPr>
              <a:spLocks noChangeAspect="1"/>
            </p:cNvSpPr>
            <p:nvPr userDrawn="1"/>
          </p:nvSpPr>
          <p:spPr>
            <a:xfrm>
              <a:off x="975878" y="1141768"/>
              <a:ext cx="2862072" cy="28599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6834" fontAlgn="auto">
                <a:spcBef>
                  <a:spcPts val="0"/>
                </a:spcBef>
                <a:spcAft>
                  <a:spcPts val="0"/>
                </a:spcAft>
              </a:pPr>
              <a:endParaRPr lang="en-US" sz="1798" dirty="0">
                <a:solidFill>
                  <a:prstClr val="white"/>
                </a:solidFill>
              </a:endParaRPr>
            </a:p>
          </p:txBody>
        </p:sp>
        <p:grpSp>
          <p:nvGrpSpPr>
            <p:cNvPr id="16" name="Group 15"/>
            <p:cNvGrpSpPr/>
            <p:nvPr userDrawn="1"/>
          </p:nvGrpSpPr>
          <p:grpSpPr>
            <a:xfrm>
              <a:off x="1219463" y="1383030"/>
              <a:ext cx="2374902" cy="2377440"/>
              <a:chOff x="901698" y="1538608"/>
              <a:chExt cx="2070102" cy="2072314"/>
            </a:xfrm>
          </p:grpSpPr>
          <p:sp>
            <p:nvSpPr>
              <p:cNvPr id="17" name="Oval 6"/>
              <p:cNvSpPr>
                <a:spLocks noChangeArrowheads="1"/>
              </p:cNvSpPr>
              <p:nvPr userDrawn="1"/>
            </p:nvSpPr>
            <p:spPr bwMode="auto">
              <a:xfrm>
                <a:off x="901698" y="1538608"/>
                <a:ext cx="2070102" cy="207231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Freeform 7"/>
              <p:cNvSpPr>
                <a:spLocks noEditPoints="1"/>
              </p:cNvSpPr>
              <p:nvPr userDrawn="1"/>
            </p:nvSpPr>
            <p:spPr bwMode="auto">
              <a:xfrm>
                <a:off x="1124649" y="2073691"/>
                <a:ext cx="137115" cy="168328"/>
              </a:xfrm>
              <a:custGeom>
                <a:avLst/>
                <a:gdLst>
                  <a:gd name="T0" fmla="*/ 24 w 52"/>
                  <a:gd name="T1" fmla="*/ 18 h 64"/>
                  <a:gd name="T2" fmla="*/ 40 w 52"/>
                  <a:gd name="T3" fmla="*/ 27 h 64"/>
                  <a:gd name="T4" fmla="*/ 46 w 52"/>
                  <a:gd name="T5" fmla="*/ 0 h 64"/>
                  <a:gd name="T6" fmla="*/ 52 w 52"/>
                  <a:gd name="T7" fmla="*/ 0 h 64"/>
                  <a:gd name="T8" fmla="*/ 40 w 52"/>
                  <a:gd name="T9" fmla="*/ 54 h 64"/>
                  <a:gd name="T10" fmla="*/ 44 w 52"/>
                  <a:gd name="T11" fmla="*/ 59 h 64"/>
                  <a:gd name="T12" fmla="*/ 40 w 52"/>
                  <a:gd name="T13" fmla="*/ 64 h 64"/>
                  <a:gd name="T14" fmla="*/ 34 w 52"/>
                  <a:gd name="T15" fmla="*/ 56 h 64"/>
                  <a:gd name="T16" fmla="*/ 18 w 52"/>
                  <a:gd name="T17" fmla="*/ 64 h 64"/>
                  <a:gd name="T18" fmla="*/ 0 w 52"/>
                  <a:gd name="T19" fmla="*/ 44 h 64"/>
                  <a:gd name="T20" fmla="*/ 24 w 52"/>
                  <a:gd name="T21" fmla="*/ 18 h 64"/>
                  <a:gd name="T22" fmla="*/ 19 w 52"/>
                  <a:gd name="T23" fmla="*/ 59 h 64"/>
                  <a:gd name="T24" fmla="*/ 37 w 52"/>
                  <a:gd name="T25" fmla="*/ 43 h 64"/>
                  <a:gd name="T26" fmla="*/ 38 w 52"/>
                  <a:gd name="T27" fmla="*/ 35 h 64"/>
                  <a:gd name="T28" fmla="*/ 23 w 52"/>
                  <a:gd name="T29" fmla="*/ 23 h 64"/>
                  <a:gd name="T30" fmla="*/ 6 w 52"/>
                  <a:gd name="T31" fmla="*/ 44 h 64"/>
                  <a:gd name="T32" fmla="*/ 19 w 52"/>
                  <a:gd name="T33" fmla="*/ 5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4">
                    <a:moveTo>
                      <a:pt x="24" y="18"/>
                    </a:moveTo>
                    <a:cubicBezTo>
                      <a:pt x="31" y="18"/>
                      <a:pt x="37" y="21"/>
                      <a:pt x="40" y="27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39" y="58"/>
                      <a:pt x="40" y="59"/>
                      <a:pt x="44" y="59"/>
                    </a:cubicBezTo>
                    <a:cubicBezTo>
                      <a:pt x="44" y="59"/>
                      <a:pt x="45" y="64"/>
                      <a:pt x="40" y="64"/>
                    </a:cubicBezTo>
                    <a:cubicBezTo>
                      <a:pt x="36" y="64"/>
                      <a:pt x="33" y="61"/>
                      <a:pt x="34" y="56"/>
                    </a:cubicBezTo>
                    <a:cubicBezTo>
                      <a:pt x="30" y="61"/>
                      <a:pt x="25" y="64"/>
                      <a:pt x="18" y="64"/>
                    </a:cubicBezTo>
                    <a:cubicBezTo>
                      <a:pt x="8" y="64"/>
                      <a:pt x="0" y="57"/>
                      <a:pt x="0" y="44"/>
                    </a:cubicBezTo>
                    <a:cubicBezTo>
                      <a:pt x="0" y="31"/>
                      <a:pt x="9" y="18"/>
                      <a:pt x="24" y="18"/>
                    </a:cubicBezTo>
                    <a:close/>
                    <a:moveTo>
                      <a:pt x="19" y="59"/>
                    </a:moveTo>
                    <a:cubicBezTo>
                      <a:pt x="27" y="59"/>
                      <a:pt x="35" y="52"/>
                      <a:pt x="37" y="4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6" y="27"/>
                      <a:pt x="31" y="23"/>
                      <a:pt x="23" y="23"/>
                    </a:cubicBezTo>
                    <a:cubicBezTo>
                      <a:pt x="12" y="23"/>
                      <a:pt x="6" y="34"/>
                      <a:pt x="6" y="44"/>
                    </a:cubicBezTo>
                    <a:cubicBezTo>
                      <a:pt x="6" y="54"/>
                      <a:pt x="12" y="59"/>
                      <a:pt x="19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8"/>
              <p:cNvSpPr>
                <a:spLocks noEditPoints="1"/>
              </p:cNvSpPr>
              <p:nvPr userDrawn="1"/>
            </p:nvSpPr>
            <p:spPr bwMode="auto">
              <a:xfrm>
                <a:off x="1269567" y="2121625"/>
                <a:ext cx="115935" cy="120394"/>
              </a:xfrm>
              <a:custGeom>
                <a:avLst/>
                <a:gdLst>
                  <a:gd name="T0" fmla="*/ 28 w 44"/>
                  <a:gd name="T1" fmla="*/ 0 h 46"/>
                  <a:gd name="T2" fmla="*/ 44 w 44"/>
                  <a:gd name="T3" fmla="*/ 11 h 46"/>
                  <a:gd name="T4" fmla="*/ 18 w 44"/>
                  <a:gd name="T5" fmla="*/ 25 h 46"/>
                  <a:gd name="T6" fmla="*/ 6 w 44"/>
                  <a:gd name="T7" fmla="*/ 25 h 46"/>
                  <a:gd name="T8" fmla="*/ 6 w 44"/>
                  <a:gd name="T9" fmla="*/ 28 h 46"/>
                  <a:gd name="T10" fmla="*/ 19 w 44"/>
                  <a:gd name="T11" fmla="*/ 41 h 46"/>
                  <a:gd name="T12" fmla="*/ 34 w 44"/>
                  <a:gd name="T13" fmla="*/ 34 h 46"/>
                  <a:gd name="T14" fmla="*/ 37 w 44"/>
                  <a:gd name="T15" fmla="*/ 36 h 46"/>
                  <a:gd name="T16" fmla="*/ 35 w 44"/>
                  <a:gd name="T17" fmla="*/ 40 h 46"/>
                  <a:gd name="T18" fmla="*/ 19 w 44"/>
                  <a:gd name="T19" fmla="*/ 46 h 46"/>
                  <a:gd name="T20" fmla="*/ 0 w 44"/>
                  <a:gd name="T21" fmla="*/ 28 h 46"/>
                  <a:gd name="T22" fmla="*/ 28 w 44"/>
                  <a:gd name="T23" fmla="*/ 0 h 46"/>
                  <a:gd name="T24" fmla="*/ 17 w 44"/>
                  <a:gd name="T25" fmla="*/ 20 h 46"/>
                  <a:gd name="T26" fmla="*/ 37 w 44"/>
                  <a:gd name="T27" fmla="*/ 11 h 46"/>
                  <a:gd name="T28" fmla="*/ 28 w 44"/>
                  <a:gd name="T29" fmla="*/ 5 h 46"/>
                  <a:gd name="T30" fmla="*/ 7 w 44"/>
                  <a:gd name="T31" fmla="*/ 20 h 46"/>
                  <a:gd name="T32" fmla="*/ 17 w 44"/>
                  <a:gd name="T33" fmla="*/ 2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" h="46">
                    <a:moveTo>
                      <a:pt x="28" y="0"/>
                    </a:moveTo>
                    <a:cubicBezTo>
                      <a:pt x="38" y="0"/>
                      <a:pt x="44" y="4"/>
                      <a:pt x="44" y="11"/>
                    </a:cubicBezTo>
                    <a:cubicBezTo>
                      <a:pt x="44" y="20"/>
                      <a:pt x="38" y="25"/>
                      <a:pt x="18" y="25"/>
                    </a:cubicBezTo>
                    <a:cubicBezTo>
                      <a:pt x="14" y="25"/>
                      <a:pt x="11" y="25"/>
                      <a:pt x="6" y="25"/>
                    </a:cubicBezTo>
                    <a:cubicBezTo>
                      <a:pt x="6" y="26"/>
                      <a:pt x="6" y="27"/>
                      <a:pt x="6" y="28"/>
                    </a:cubicBezTo>
                    <a:cubicBezTo>
                      <a:pt x="6" y="35"/>
                      <a:pt x="11" y="41"/>
                      <a:pt x="19" y="41"/>
                    </a:cubicBezTo>
                    <a:cubicBezTo>
                      <a:pt x="26" y="41"/>
                      <a:pt x="31" y="38"/>
                      <a:pt x="34" y="34"/>
                    </a:cubicBezTo>
                    <a:cubicBezTo>
                      <a:pt x="34" y="33"/>
                      <a:pt x="37" y="34"/>
                      <a:pt x="37" y="36"/>
                    </a:cubicBezTo>
                    <a:cubicBezTo>
                      <a:pt x="37" y="38"/>
                      <a:pt x="37" y="39"/>
                      <a:pt x="35" y="40"/>
                    </a:cubicBezTo>
                    <a:cubicBezTo>
                      <a:pt x="31" y="44"/>
                      <a:pt x="26" y="46"/>
                      <a:pt x="19" y="46"/>
                    </a:cubicBezTo>
                    <a:cubicBezTo>
                      <a:pt x="7" y="46"/>
                      <a:pt x="0" y="38"/>
                      <a:pt x="0" y="28"/>
                    </a:cubicBezTo>
                    <a:cubicBezTo>
                      <a:pt x="0" y="12"/>
                      <a:pt x="12" y="0"/>
                      <a:pt x="28" y="0"/>
                    </a:cubicBezTo>
                    <a:close/>
                    <a:moveTo>
                      <a:pt x="17" y="20"/>
                    </a:moveTo>
                    <a:cubicBezTo>
                      <a:pt x="33" y="20"/>
                      <a:pt x="37" y="16"/>
                      <a:pt x="37" y="11"/>
                    </a:cubicBezTo>
                    <a:cubicBezTo>
                      <a:pt x="37" y="8"/>
                      <a:pt x="34" y="5"/>
                      <a:pt x="28" y="5"/>
                    </a:cubicBezTo>
                    <a:cubicBezTo>
                      <a:pt x="18" y="5"/>
                      <a:pt x="11" y="11"/>
                      <a:pt x="7" y="20"/>
                    </a:cubicBezTo>
                    <a:cubicBezTo>
                      <a:pt x="11" y="20"/>
                      <a:pt x="14" y="20"/>
                      <a:pt x="17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Freeform 9"/>
              <p:cNvSpPr>
                <a:spLocks/>
              </p:cNvSpPr>
              <p:nvPr userDrawn="1"/>
            </p:nvSpPr>
            <p:spPr bwMode="auto">
              <a:xfrm>
                <a:off x="1402223" y="2073691"/>
                <a:ext cx="49049" cy="168328"/>
              </a:xfrm>
              <a:custGeom>
                <a:avLst/>
                <a:gdLst>
                  <a:gd name="T0" fmla="*/ 13 w 19"/>
                  <a:gd name="T1" fmla="*/ 0 h 64"/>
                  <a:gd name="T2" fmla="*/ 19 w 19"/>
                  <a:gd name="T3" fmla="*/ 0 h 64"/>
                  <a:gd name="T4" fmla="*/ 7 w 19"/>
                  <a:gd name="T5" fmla="*/ 54 h 64"/>
                  <a:gd name="T6" fmla="*/ 12 w 19"/>
                  <a:gd name="T7" fmla="*/ 59 h 64"/>
                  <a:gd name="T8" fmla="*/ 7 w 19"/>
                  <a:gd name="T9" fmla="*/ 64 h 64"/>
                  <a:gd name="T10" fmla="*/ 1 w 19"/>
                  <a:gd name="T11" fmla="*/ 54 h 64"/>
                  <a:gd name="T12" fmla="*/ 13 w 19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64">
                    <a:moveTo>
                      <a:pt x="13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6" y="58"/>
                      <a:pt x="7" y="59"/>
                      <a:pt x="12" y="59"/>
                    </a:cubicBezTo>
                    <a:cubicBezTo>
                      <a:pt x="12" y="59"/>
                      <a:pt x="12" y="64"/>
                      <a:pt x="7" y="64"/>
                    </a:cubicBezTo>
                    <a:cubicBezTo>
                      <a:pt x="2" y="64"/>
                      <a:pt x="0" y="60"/>
                      <a:pt x="1" y="54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 userDrawn="1"/>
            </p:nvSpPr>
            <p:spPr bwMode="auto">
              <a:xfrm>
                <a:off x="1462420" y="2073691"/>
                <a:ext cx="50164" cy="168328"/>
              </a:xfrm>
              <a:custGeom>
                <a:avLst/>
                <a:gdLst>
                  <a:gd name="T0" fmla="*/ 8 w 19"/>
                  <a:gd name="T1" fmla="*/ 19 h 64"/>
                  <a:gd name="T2" fmla="*/ 14 w 19"/>
                  <a:gd name="T3" fmla="*/ 19 h 64"/>
                  <a:gd name="T4" fmla="*/ 7 w 19"/>
                  <a:gd name="T5" fmla="*/ 54 h 64"/>
                  <a:gd name="T6" fmla="*/ 11 w 19"/>
                  <a:gd name="T7" fmla="*/ 59 h 64"/>
                  <a:gd name="T8" fmla="*/ 7 w 19"/>
                  <a:gd name="T9" fmla="*/ 64 h 64"/>
                  <a:gd name="T10" fmla="*/ 1 w 19"/>
                  <a:gd name="T11" fmla="*/ 54 h 64"/>
                  <a:gd name="T12" fmla="*/ 8 w 19"/>
                  <a:gd name="T13" fmla="*/ 19 h 64"/>
                  <a:gd name="T14" fmla="*/ 11 w 19"/>
                  <a:gd name="T15" fmla="*/ 4 h 64"/>
                  <a:gd name="T16" fmla="*/ 15 w 19"/>
                  <a:gd name="T17" fmla="*/ 0 h 64"/>
                  <a:gd name="T18" fmla="*/ 19 w 19"/>
                  <a:gd name="T19" fmla="*/ 3 h 64"/>
                  <a:gd name="T20" fmla="*/ 15 w 19"/>
                  <a:gd name="T21" fmla="*/ 8 h 64"/>
                  <a:gd name="T22" fmla="*/ 11 w 19"/>
                  <a:gd name="T23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64">
                    <a:moveTo>
                      <a:pt x="8" y="19"/>
                    </a:moveTo>
                    <a:cubicBezTo>
                      <a:pt x="14" y="19"/>
                      <a:pt x="14" y="19"/>
                      <a:pt x="14" y="19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6" y="58"/>
                      <a:pt x="7" y="59"/>
                      <a:pt x="11" y="59"/>
                    </a:cubicBezTo>
                    <a:cubicBezTo>
                      <a:pt x="12" y="59"/>
                      <a:pt x="12" y="64"/>
                      <a:pt x="7" y="64"/>
                    </a:cubicBezTo>
                    <a:cubicBezTo>
                      <a:pt x="2" y="64"/>
                      <a:pt x="0" y="60"/>
                      <a:pt x="1" y="54"/>
                    </a:cubicBezTo>
                    <a:lnTo>
                      <a:pt x="8" y="19"/>
                    </a:lnTo>
                    <a:close/>
                    <a:moveTo>
                      <a:pt x="11" y="4"/>
                    </a:moveTo>
                    <a:cubicBezTo>
                      <a:pt x="11" y="2"/>
                      <a:pt x="12" y="0"/>
                      <a:pt x="15" y="0"/>
                    </a:cubicBezTo>
                    <a:cubicBezTo>
                      <a:pt x="17" y="0"/>
                      <a:pt x="19" y="1"/>
                      <a:pt x="19" y="3"/>
                    </a:cubicBezTo>
                    <a:cubicBezTo>
                      <a:pt x="19" y="5"/>
                      <a:pt x="17" y="8"/>
                      <a:pt x="15" y="8"/>
                    </a:cubicBezTo>
                    <a:cubicBezTo>
                      <a:pt x="12" y="8"/>
                      <a:pt x="11" y="6"/>
                      <a:pt x="11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Freeform 11"/>
              <p:cNvSpPr>
                <a:spLocks/>
              </p:cNvSpPr>
              <p:nvPr userDrawn="1"/>
            </p:nvSpPr>
            <p:spPr bwMode="auto">
              <a:xfrm>
                <a:off x="1517043" y="2121625"/>
                <a:ext cx="121508" cy="118164"/>
              </a:xfrm>
              <a:custGeom>
                <a:avLst/>
                <a:gdLst>
                  <a:gd name="T0" fmla="*/ 8 w 46"/>
                  <a:gd name="T1" fmla="*/ 14 h 45"/>
                  <a:gd name="T2" fmla="*/ 1 w 46"/>
                  <a:gd name="T3" fmla="*/ 5 h 45"/>
                  <a:gd name="T4" fmla="*/ 5 w 46"/>
                  <a:gd name="T5" fmla="*/ 0 h 45"/>
                  <a:gd name="T6" fmla="*/ 10 w 46"/>
                  <a:gd name="T7" fmla="*/ 2 h 45"/>
                  <a:gd name="T8" fmla="*/ 14 w 46"/>
                  <a:gd name="T9" fmla="*/ 15 h 45"/>
                  <a:gd name="T10" fmla="*/ 17 w 46"/>
                  <a:gd name="T11" fmla="*/ 39 h 45"/>
                  <a:gd name="T12" fmla="*/ 39 w 46"/>
                  <a:gd name="T13" fmla="*/ 0 h 45"/>
                  <a:gd name="T14" fmla="*/ 42 w 46"/>
                  <a:gd name="T15" fmla="*/ 8 h 45"/>
                  <a:gd name="T16" fmla="*/ 19 w 46"/>
                  <a:gd name="T17" fmla="*/ 45 h 45"/>
                  <a:gd name="T18" fmla="*/ 12 w 46"/>
                  <a:gd name="T19" fmla="*/ 45 h 45"/>
                  <a:gd name="T20" fmla="*/ 8 w 46"/>
                  <a:gd name="T21" fmla="*/ 1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" h="45">
                    <a:moveTo>
                      <a:pt x="8" y="14"/>
                    </a:moveTo>
                    <a:cubicBezTo>
                      <a:pt x="7" y="7"/>
                      <a:pt x="5" y="5"/>
                      <a:pt x="1" y="5"/>
                    </a:cubicBezTo>
                    <a:cubicBezTo>
                      <a:pt x="1" y="5"/>
                      <a:pt x="0" y="0"/>
                      <a:pt x="5" y="0"/>
                    </a:cubicBezTo>
                    <a:cubicBezTo>
                      <a:pt x="7" y="0"/>
                      <a:pt x="8" y="1"/>
                      <a:pt x="10" y="2"/>
                    </a:cubicBezTo>
                    <a:cubicBezTo>
                      <a:pt x="12" y="5"/>
                      <a:pt x="13" y="9"/>
                      <a:pt x="14" y="15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46" y="0"/>
                      <a:pt x="42" y="8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12" y="45"/>
                      <a:pt x="12" y="45"/>
                      <a:pt x="12" y="45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Freeform 12"/>
              <p:cNvSpPr>
                <a:spLocks noEditPoints="1"/>
              </p:cNvSpPr>
              <p:nvPr userDrawn="1"/>
            </p:nvSpPr>
            <p:spPr bwMode="auto">
              <a:xfrm>
                <a:off x="1638552" y="2121625"/>
                <a:ext cx="115935" cy="120394"/>
              </a:xfrm>
              <a:custGeom>
                <a:avLst/>
                <a:gdLst>
                  <a:gd name="T0" fmla="*/ 28 w 44"/>
                  <a:gd name="T1" fmla="*/ 0 h 46"/>
                  <a:gd name="T2" fmla="*/ 44 w 44"/>
                  <a:gd name="T3" fmla="*/ 11 h 46"/>
                  <a:gd name="T4" fmla="*/ 18 w 44"/>
                  <a:gd name="T5" fmla="*/ 25 h 46"/>
                  <a:gd name="T6" fmla="*/ 7 w 44"/>
                  <a:gd name="T7" fmla="*/ 25 h 46"/>
                  <a:gd name="T8" fmla="*/ 7 w 44"/>
                  <a:gd name="T9" fmla="*/ 28 h 46"/>
                  <a:gd name="T10" fmla="*/ 20 w 44"/>
                  <a:gd name="T11" fmla="*/ 41 h 46"/>
                  <a:gd name="T12" fmla="*/ 35 w 44"/>
                  <a:gd name="T13" fmla="*/ 34 h 46"/>
                  <a:gd name="T14" fmla="*/ 38 w 44"/>
                  <a:gd name="T15" fmla="*/ 36 h 46"/>
                  <a:gd name="T16" fmla="*/ 36 w 44"/>
                  <a:gd name="T17" fmla="*/ 40 h 46"/>
                  <a:gd name="T18" fmla="*/ 20 w 44"/>
                  <a:gd name="T19" fmla="*/ 46 h 46"/>
                  <a:gd name="T20" fmla="*/ 0 w 44"/>
                  <a:gd name="T21" fmla="*/ 28 h 46"/>
                  <a:gd name="T22" fmla="*/ 28 w 44"/>
                  <a:gd name="T23" fmla="*/ 0 h 46"/>
                  <a:gd name="T24" fmla="*/ 18 w 44"/>
                  <a:gd name="T25" fmla="*/ 20 h 46"/>
                  <a:gd name="T26" fmla="*/ 38 w 44"/>
                  <a:gd name="T27" fmla="*/ 11 h 46"/>
                  <a:gd name="T28" fmla="*/ 28 w 44"/>
                  <a:gd name="T29" fmla="*/ 5 h 46"/>
                  <a:gd name="T30" fmla="*/ 8 w 44"/>
                  <a:gd name="T31" fmla="*/ 20 h 46"/>
                  <a:gd name="T32" fmla="*/ 18 w 44"/>
                  <a:gd name="T33" fmla="*/ 2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" h="46">
                    <a:moveTo>
                      <a:pt x="28" y="0"/>
                    </a:moveTo>
                    <a:cubicBezTo>
                      <a:pt x="38" y="0"/>
                      <a:pt x="44" y="4"/>
                      <a:pt x="44" y="11"/>
                    </a:cubicBezTo>
                    <a:cubicBezTo>
                      <a:pt x="44" y="20"/>
                      <a:pt x="38" y="25"/>
                      <a:pt x="18" y="25"/>
                    </a:cubicBezTo>
                    <a:cubicBezTo>
                      <a:pt x="15" y="25"/>
                      <a:pt x="11" y="25"/>
                      <a:pt x="7" y="25"/>
                    </a:cubicBezTo>
                    <a:cubicBezTo>
                      <a:pt x="7" y="26"/>
                      <a:pt x="7" y="27"/>
                      <a:pt x="7" y="28"/>
                    </a:cubicBezTo>
                    <a:cubicBezTo>
                      <a:pt x="7" y="35"/>
                      <a:pt x="11" y="41"/>
                      <a:pt x="20" y="41"/>
                    </a:cubicBezTo>
                    <a:cubicBezTo>
                      <a:pt x="27" y="41"/>
                      <a:pt x="31" y="38"/>
                      <a:pt x="35" y="34"/>
                    </a:cubicBezTo>
                    <a:cubicBezTo>
                      <a:pt x="35" y="33"/>
                      <a:pt x="38" y="34"/>
                      <a:pt x="38" y="36"/>
                    </a:cubicBezTo>
                    <a:cubicBezTo>
                      <a:pt x="38" y="38"/>
                      <a:pt x="37" y="39"/>
                      <a:pt x="36" y="40"/>
                    </a:cubicBezTo>
                    <a:cubicBezTo>
                      <a:pt x="32" y="44"/>
                      <a:pt x="27" y="46"/>
                      <a:pt x="20" y="46"/>
                    </a:cubicBezTo>
                    <a:cubicBezTo>
                      <a:pt x="7" y="46"/>
                      <a:pt x="0" y="38"/>
                      <a:pt x="0" y="28"/>
                    </a:cubicBezTo>
                    <a:cubicBezTo>
                      <a:pt x="0" y="12"/>
                      <a:pt x="13" y="0"/>
                      <a:pt x="28" y="0"/>
                    </a:cubicBezTo>
                    <a:close/>
                    <a:moveTo>
                      <a:pt x="18" y="20"/>
                    </a:moveTo>
                    <a:cubicBezTo>
                      <a:pt x="34" y="20"/>
                      <a:pt x="38" y="16"/>
                      <a:pt x="38" y="11"/>
                    </a:cubicBezTo>
                    <a:cubicBezTo>
                      <a:pt x="38" y="8"/>
                      <a:pt x="35" y="5"/>
                      <a:pt x="28" y="5"/>
                    </a:cubicBezTo>
                    <a:cubicBezTo>
                      <a:pt x="19" y="5"/>
                      <a:pt x="11" y="11"/>
                      <a:pt x="8" y="20"/>
                    </a:cubicBezTo>
                    <a:cubicBezTo>
                      <a:pt x="12" y="20"/>
                      <a:pt x="15" y="20"/>
                      <a:pt x="18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Freeform 13"/>
              <p:cNvSpPr>
                <a:spLocks/>
              </p:cNvSpPr>
              <p:nvPr userDrawn="1"/>
            </p:nvSpPr>
            <p:spPr bwMode="auto">
              <a:xfrm>
                <a:off x="1767863" y="2121625"/>
                <a:ext cx="86951" cy="118164"/>
              </a:xfrm>
              <a:custGeom>
                <a:avLst/>
                <a:gdLst>
                  <a:gd name="T0" fmla="*/ 10 w 33"/>
                  <a:gd name="T1" fmla="*/ 1 h 45"/>
                  <a:gd name="T2" fmla="*/ 11 w 33"/>
                  <a:gd name="T3" fmla="*/ 0 h 45"/>
                  <a:gd name="T4" fmla="*/ 14 w 33"/>
                  <a:gd name="T5" fmla="*/ 7 h 45"/>
                  <a:gd name="T6" fmla="*/ 14 w 33"/>
                  <a:gd name="T7" fmla="*/ 9 h 45"/>
                  <a:gd name="T8" fmla="*/ 27 w 33"/>
                  <a:gd name="T9" fmla="*/ 0 h 45"/>
                  <a:gd name="T10" fmla="*/ 33 w 33"/>
                  <a:gd name="T11" fmla="*/ 4 h 45"/>
                  <a:gd name="T12" fmla="*/ 31 w 33"/>
                  <a:gd name="T13" fmla="*/ 8 h 45"/>
                  <a:gd name="T14" fmla="*/ 25 w 33"/>
                  <a:gd name="T15" fmla="*/ 5 h 45"/>
                  <a:gd name="T16" fmla="*/ 10 w 33"/>
                  <a:gd name="T17" fmla="*/ 27 h 45"/>
                  <a:gd name="T18" fmla="*/ 6 w 33"/>
                  <a:gd name="T19" fmla="*/ 45 h 45"/>
                  <a:gd name="T20" fmla="*/ 0 w 33"/>
                  <a:gd name="T21" fmla="*/ 45 h 45"/>
                  <a:gd name="T22" fmla="*/ 10 w 33"/>
                  <a:gd name="T23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45">
                    <a:moveTo>
                      <a:pt x="10" y="1"/>
                    </a:moveTo>
                    <a:cubicBezTo>
                      <a:pt x="10" y="1"/>
                      <a:pt x="10" y="0"/>
                      <a:pt x="11" y="0"/>
                    </a:cubicBezTo>
                    <a:cubicBezTo>
                      <a:pt x="13" y="0"/>
                      <a:pt x="16" y="1"/>
                      <a:pt x="14" y="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7" y="3"/>
                      <a:pt x="21" y="0"/>
                      <a:pt x="27" y="0"/>
                    </a:cubicBezTo>
                    <a:cubicBezTo>
                      <a:pt x="30" y="0"/>
                      <a:pt x="33" y="1"/>
                      <a:pt x="33" y="4"/>
                    </a:cubicBezTo>
                    <a:cubicBezTo>
                      <a:pt x="33" y="7"/>
                      <a:pt x="31" y="8"/>
                      <a:pt x="31" y="8"/>
                    </a:cubicBezTo>
                    <a:cubicBezTo>
                      <a:pt x="29" y="6"/>
                      <a:pt x="28" y="5"/>
                      <a:pt x="25" y="5"/>
                    </a:cubicBezTo>
                    <a:cubicBezTo>
                      <a:pt x="18" y="5"/>
                      <a:pt x="13" y="14"/>
                      <a:pt x="10" y="27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Freeform 14"/>
              <p:cNvSpPr>
                <a:spLocks noEditPoints="1"/>
              </p:cNvSpPr>
              <p:nvPr userDrawn="1"/>
            </p:nvSpPr>
            <p:spPr bwMode="auto">
              <a:xfrm>
                <a:off x="1862618" y="2073691"/>
                <a:ext cx="50164" cy="168328"/>
              </a:xfrm>
              <a:custGeom>
                <a:avLst/>
                <a:gdLst>
                  <a:gd name="T0" fmla="*/ 9 w 19"/>
                  <a:gd name="T1" fmla="*/ 19 h 64"/>
                  <a:gd name="T2" fmla="*/ 15 w 19"/>
                  <a:gd name="T3" fmla="*/ 19 h 64"/>
                  <a:gd name="T4" fmla="*/ 7 w 19"/>
                  <a:gd name="T5" fmla="*/ 54 h 64"/>
                  <a:gd name="T6" fmla="*/ 12 w 19"/>
                  <a:gd name="T7" fmla="*/ 59 h 64"/>
                  <a:gd name="T8" fmla="*/ 8 w 19"/>
                  <a:gd name="T9" fmla="*/ 64 h 64"/>
                  <a:gd name="T10" fmla="*/ 1 w 19"/>
                  <a:gd name="T11" fmla="*/ 54 h 64"/>
                  <a:gd name="T12" fmla="*/ 9 w 19"/>
                  <a:gd name="T13" fmla="*/ 19 h 64"/>
                  <a:gd name="T14" fmla="*/ 11 w 19"/>
                  <a:gd name="T15" fmla="*/ 4 h 64"/>
                  <a:gd name="T16" fmla="*/ 15 w 19"/>
                  <a:gd name="T17" fmla="*/ 0 h 64"/>
                  <a:gd name="T18" fmla="*/ 19 w 19"/>
                  <a:gd name="T19" fmla="*/ 3 h 64"/>
                  <a:gd name="T20" fmla="*/ 15 w 19"/>
                  <a:gd name="T21" fmla="*/ 8 h 64"/>
                  <a:gd name="T22" fmla="*/ 11 w 19"/>
                  <a:gd name="T23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64">
                    <a:moveTo>
                      <a:pt x="9" y="19"/>
                    </a:moveTo>
                    <a:cubicBezTo>
                      <a:pt x="15" y="19"/>
                      <a:pt x="15" y="19"/>
                      <a:pt x="15" y="19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8"/>
                      <a:pt x="7" y="59"/>
                      <a:pt x="12" y="59"/>
                    </a:cubicBezTo>
                    <a:cubicBezTo>
                      <a:pt x="12" y="59"/>
                      <a:pt x="12" y="64"/>
                      <a:pt x="8" y="64"/>
                    </a:cubicBezTo>
                    <a:cubicBezTo>
                      <a:pt x="2" y="64"/>
                      <a:pt x="0" y="60"/>
                      <a:pt x="1" y="54"/>
                    </a:cubicBezTo>
                    <a:lnTo>
                      <a:pt x="9" y="19"/>
                    </a:lnTo>
                    <a:close/>
                    <a:moveTo>
                      <a:pt x="11" y="4"/>
                    </a:moveTo>
                    <a:cubicBezTo>
                      <a:pt x="11" y="2"/>
                      <a:pt x="12" y="0"/>
                      <a:pt x="15" y="0"/>
                    </a:cubicBezTo>
                    <a:cubicBezTo>
                      <a:pt x="18" y="0"/>
                      <a:pt x="19" y="1"/>
                      <a:pt x="19" y="3"/>
                    </a:cubicBezTo>
                    <a:cubicBezTo>
                      <a:pt x="19" y="5"/>
                      <a:pt x="18" y="8"/>
                      <a:pt x="15" y="8"/>
                    </a:cubicBezTo>
                    <a:cubicBezTo>
                      <a:pt x="12" y="8"/>
                      <a:pt x="11" y="6"/>
                      <a:pt x="11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Freeform 15"/>
              <p:cNvSpPr>
                <a:spLocks/>
              </p:cNvSpPr>
              <p:nvPr userDrawn="1"/>
            </p:nvSpPr>
            <p:spPr bwMode="auto">
              <a:xfrm>
                <a:off x="1918356" y="2121625"/>
                <a:ext cx="118164" cy="120394"/>
              </a:xfrm>
              <a:custGeom>
                <a:avLst/>
                <a:gdLst>
                  <a:gd name="T0" fmla="*/ 10 w 45"/>
                  <a:gd name="T1" fmla="*/ 1 h 46"/>
                  <a:gd name="T2" fmla="*/ 11 w 45"/>
                  <a:gd name="T3" fmla="*/ 0 h 46"/>
                  <a:gd name="T4" fmla="*/ 15 w 45"/>
                  <a:gd name="T5" fmla="*/ 7 h 46"/>
                  <a:gd name="T6" fmla="*/ 14 w 45"/>
                  <a:gd name="T7" fmla="*/ 8 h 46"/>
                  <a:gd name="T8" fmla="*/ 29 w 45"/>
                  <a:gd name="T9" fmla="*/ 0 h 46"/>
                  <a:gd name="T10" fmla="*/ 45 w 45"/>
                  <a:gd name="T11" fmla="*/ 15 h 46"/>
                  <a:gd name="T12" fmla="*/ 42 w 45"/>
                  <a:gd name="T13" fmla="*/ 28 h 46"/>
                  <a:gd name="T14" fmla="*/ 40 w 45"/>
                  <a:gd name="T15" fmla="*/ 38 h 46"/>
                  <a:gd name="T16" fmla="*/ 43 w 45"/>
                  <a:gd name="T17" fmla="*/ 42 h 46"/>
                  <a:gd name="T18" fmla="*/ 40 w 45"/>
                  <a:gd name="T19" fmla="*/ 46 h 46"/>
                  <a:gd name="T20" fmla="*/ 34 w 45"/>
                  <a:gd name="T21" fmla="*/ 39 h 46"/>
                  <a:gd name="T22" fmla="*/ 36 w 45"/>
                  <a:gd name="T23" fmla="*/ 27 h 46"/>
                  <a:gd name="T24" fmla="*/ 38 w 45"/>
                  <a:gd name="T25" fmla="*/ 16 h 46"/>
                  <a:gd name="T26" fmla="*/ 28 w 45"/>
                  <a:gd name="T27" fmla="*/ 5 h 46"/>
                  <a:gd name="T28" fmla="*/ 13 w 45"/>
                  <a:gd name="T29" fmla="*/ 16 h 46"/>
                  <a:gd name="T30" fmla="*/ 7 w 45"/>
                  <a:gd name="T31" fmla="*/ 45 h 46"/>
                  <a:gd name="T32" fmla="*/ 0 w 45"/>
                  <a:gd name="T33" fmla="*/ 45 h 46"/>
                  <a:gd name="T34" fmla="*/ 10 w 45"/>
                  <a:gd name="T35" fmla="*/ 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46">
                    <a:moveTo>
                      <a:pt x="10" y="1"/>
                    </a:moveTo>
                    <a:cubicBezTo>
                      <a:pt x="10" y="1"/>
                      <a:pt x="11" y="0"/>
                      <a:pt x="11" y="0"/>
                    </a:cubicBezTo>
                    <a:cubicBezTo>
                      <a:pt x="14" y="0"/>
                      <a:pt x="16" y="1"/>
                      <a:pt x="15" y="7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8" y="3"/>
                      <a:pt x="23" y="0"/>
                      <a:pt x="29" y="0"/>
                    </a:cubicBezTo>
                    <a:cubicBezTo>
                      <a:pt x="39" y="0"/>
                      <a:pt x="45" y="6"/>
                      <a:pt x="45" y="15"/>
                    </a:cubicBezTo>
                    <a:cubicBezTo>
                      <a:pt x="45" y="18"/>
                      <a:pt x="43" y="23"/>
                      <a:pt x="42" y="28"/>
                    </a:cubicBezTo>
                    <a:cubicBezTo>
                      <a:pt x="41" y="33"/>
                      <a:pt x="40" y="36"/>
                      <a:pt x="40" y="38"/>
                    </a:cubicBezTo>
                    <a:cubicBezTo>
                      <a:pt x="40" y="41"/>
                      <a:pt x="41" y="41"/>
                      <a:pt x="43" y="42"/>
                    </a:cubicBezTo>
                    <a:cubicBezTo>
                      <a:pt x="44" y="42"/>
                      <a:pt x="44" y="46"/>
                      <a:pt x="40" y="46"/>
                    </a:cubicBezTo>
                    <a:cubicBezTo>
                      <a:pt x="36" y="46"/>
                      <a:pt x="34" y="43"/>
                      <a:pt x="34" y="39"/>
                    </a:cubicBezTo>
                    <a:cubicBezTo>
                      <a:pt x="34" y="36"/>
                      <a:pt x="35" y="32"/>
                      <a:pt x="36" y="27"/>
                    </a:cubicBezTo>
                    <a:cubicBezTo>
                      <a:pt x="37" y="23"/>
                      <a:pt x="38" y="18"/>
                      <a:pt x="38" y="16"/>
                    </a:cubicBezTo>
                    <a:cubicBezTo>
                      <a:pt x="38" y="9"/>
                      <a:pt x="35" y="5"/>
                      <a:pt x="28" y="5"/>
                    </a:cubicBezTo>
                    <a:cubicBezTo>
                      <a:pt x="21" y="5"/>
                      <a:pt x="17" y="9"/>
                      <a:pt x="13" y="16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Freeform 16"/>
              <p:cNvSpPr>
                <a:spLocks noEditPoints="1"/>
              </p:cNvSpPr>
              <p:nvPr userDrawn="1"/>
            </p:nvSpPr>
            <p:spPr bwMode="auto">
              <a:xfrm>
                <a:off x="2054356" y="2121625"/>
                <a:ext cx="134885" cy="168328"/>
              </a:xfrm>
              <a:custGeom>
                <a:avLst/>
                <a:gdLst>
                  <a:gd name="T0" fmla="*/ 20 w 51"/>
                  <a:gd name="T1" fmla="*/ 58 h 64"/>
                  <a:gd name="T2" fmla="*/ 36 w 51"/>
                  <a:gd name="T3" fmla="*/ 44 h 64"/>
                  <a:gd name="T4" fmla="*/ 38 w 51"/>
                  <a:gd name="T5" fmla="*/ 37 h 64"/>
                  <a:gd name="T6" fmla="*/ 22 w 51"/>
                  <a:gd name="T7" fmla="*/ 45 h 64"/>
                  <a:gd name="T8" fmla="*/ 3 w 51"/>
                  <a:gd name="T9" fmla="*/ 25 h 64"/>
                  <a:gd name="T10" fmla="*/ 28 w 51"/>
                  <a:gd name="T11" fmla="*/ 0 h 64"/>
                  <a:gd name="T12" fmla="*/ 44 w 51"/>
                  <a:gd name="T13" fmla="*/ 8 h 64"/>
                  <a:gd name="T14" fmla="*/ 46 w 51"/>
                  <a:gd name="T15" fmla="*/ 1 h 64"/>
                  <a:gd name="T16" fmla="*/ 51 w 51"/>
                  <a:gd name="T17" fmla="*/ 1 h 64"/>
                  <a:gd name="T18" fmla="*/ 42 w 51"/>
                  <a:gd name="T19" fmla="*/ 44 h 64"/>
                  <a:gd name="T20" fmla="*/ 20 w 51"/>
                  <a:gd name="T21" fmla="*/ 64 h 64"/>
                  <a:gd name="T22" fmla="*/ 3 w 51"/>
                  <a:gd name="T23" fmla="*/ 58 h 64"/>
                  <a:gd name="T24" fmla="*/ 0 w 51"/>
                  <a:gd name="T25" fmla="*/ 52 h 64"/>
                  <a:gd name="T26" fmla="*/ 4 w 51"/>
                  <a:gd name="T27" fmla="*/ 47 h 64"/>
                  <a:gd name="T28" fmla="*/ 20 w 51"/>
                  <a:gd name="T29" fmla="*/ 58 h 64"/>
                  <a:gd name="T30" fmla="*/ 22 w 51"/>
                  <a:gd name="T31" fmla="*/ 40 h 64"/>
                  <a:gd name="T32" fmla="*/ 40 w 51"/>
                  <a:gd name="T33" fmla="*/ 25 h 64"/>
                  <a:gd name="T34" fmla="*/ 42 w 51"/>
                  <a:gd name="T35" fmla="*/ 16 h 64"/>
                  <a:gd name="T36" fmla="*/ 28 w 51"/>
                  <a:gd name="T37" fmla="*/ 5 h 64"/>
                  <a:gd name="T38" fmla="*/ 9 w 51"/>
                  <a:gd name="T39" fmla="*/ 25 h 64"/>
                  <a:gd name="T40" fmla="*/ 22 w 51"/>
                  <a:gd name="T41" fmla="*/ 4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" h="64">
                    <a:moveTo>
                      <a:pt x="20" y="58"/>
                    </a:moveTo>
                    <a:cubicBezTo>
                      <a:pt x="28" y="58"/>
                      <a:pt x="34" y="53"/>
                      <a:pt x="36" y="44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4" y="42"/>
                      <a:pt x="28" y="45"/>
                      <a:pt x="22" y="45"/>
                    </a:cubicBezTo>
                    <a:cubicBezTo>
                      <a:pt x="12" y="45"/>
                      <a:pt x="3" y="38"/>
                      <a:pt x="3" y="25"/>
                    </a:cubicBezTo>
                    <a:cubicBezTo>
                      <a:pt x="3" y="13"/>
                      <a:pt x="14" y="0"/>
                      <a:pt x="28" y="0"/>
                    </a:cubicBezTo>
                    <a:cubicBezTo>
                      <a:pt x="36" y="0"/>
                      <a:pt x="41" y="3"/>
                      <a:pt x="44" y="8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56"/>
                      <a:pt x="32" y="64"/>
                      <a:pt x="20" y="64"/>
                    </a:cubicBezTo>
                    <a:cubicBezTo>
                      <a:pt x="12" y="64"/>
                      <a:pt x="6" y="61"/>
                      <a:pt x="3" y="58"/>
                    </a:cubicBezTo>
                    <a:cubicBezTo>
                      <a:pt x="1" y="56"/>
                      <a:pt x="0" y="53"/>
                      <a:pt x="0" y="52"/>
                    </a:cubicBezTo>
                    <a:cubicBezTo>
                      <a:pt x="0" y="48"/>
                      <a:pt x="4" y="47"/>
                      <a:pt x="4" y="47"/>
                    </a:cubicBezTo>
                    <a:cubicBezTo>
                      <a:pt x="6" y="54"/>
                      <a:pt x="11" y="58"/>
                      <a:pt x="20" y="58"/>
                    </a:cubicBezTo>
                    <a:close/>
                    <a:moveTo>
                      <a:pt x="22" y="40"/>
                    </a:moveTo>
                    <a:cubicBezTo>
                      <a:pt x="31" y="40"/>
                      <a:pt x="38" y="33"/>
                      <a:pt x="40" y="25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0" y="9"/>
                      <a:pt x="35" y="5"/>
                      <a:pt x="28" y="5"/>
                    </a:cubicBezTo>
                    <a:cubicBezTo>
                      <a:pt x="17" y="5"/>
                      <a:pt x="9" y="15"/>
                      <a:pt x="9" y="25"/>
                    </a:cubicBezTo>
                    <a:cubicBezTo>
                      <a:pt x="9" y="34"/>
                      <a:pt x="16" y="40"/>
                      <a:pt x="22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Freeform 17"/>
              <p:cNvSpPr>
                <a:spLocks/>
              </p:cNvSpPr>
              <p:nvPr userDrawn="1"/>
            </p:nvSpPr>
            <p:spPr bwMode="auto">
              <a:xfrm>
                <a:off x="1554945" y="2935397"/>
                <a:ext cx="120394" cy="144918"/>
              </a:xfrm>
              <a:custGeom>
                <a:avLst/>
                <a:gdLst>
                  <a:gd name="T0" fmla="*/ 0 w 46"/>
                  <a:gd name="T1" fmla="*/ 43 h 55"/>
                  <a:gd name="T2" fmla="*/ 4 w 46"/>
                  <a:gd name="T3" fmla="*/ 39 h 55"/>
                  <a:gd name="T4" fmla="*/ 22 w 46"/>
                  <a:gd name="T5" fmla="*/ 49 h 55"/>
                  <a:gd name="T6" fmla="*/ 35 w 46"/>
                  <a:gd name="T7" fmla="*/ 40 h 55"/>
                  <a:gd name="T8" fmla="*/ 23 w 46"/>
                  <a:gd name="T9" fmla="*/ 31 h 55"/>
                  <a:gd name="T10" fmla="*/ 7 w 46"/>
                  <a:gd name="T11" fmla="*/ 16 h 55"/>
                  <a:gd name="T12" fmla="*/ 26 w 46"/>
                  <a:gd name="T13" fmla="*/ 0 h 55"/>
                  <a:gd name="T14" fmla="*/ 44 w 46"/>
                  <a:gd name="T15" fmla="*/ 6 h 55"/>
                  <a:gd name="T16" fmla="*/ 46 w 46"/>
                  <a:gd name="T17" fmla="*/ 12 h 55"/>
                  <a:gd name="T18" fmla="*/ 42 w 46"/>
                  <a:gd name="T19" fmla="*/ 15 h 55"/>
                  <a:gd name="T20" fmla="*/ 26 w 46"/>
                  <a:gd name="T21" fmla="*/ 6 h 55"/>
                  <a:gd name="T22" fmla="*/ 14 w 46"/>
                  <a:gd name="T23" fmla="*/ 15 h 55"/>
                  <a:gd name="T24" fmla="*/ 27 w 46"/>
                  <a:gd name="T25" fmla="*/ 25 h 55"/>
                  <a:gd name="T26" fmla="*/ 42 w 46"/>
                  <a:gd name="T27" fmla="*/ 39 h 55"/>
                  <a:gd name="T28" fmla="*/ 22 w 46"/>
                  <a:gd name="T29" fmla="*/ 55 h 55"/>
                  <a:gd name="T30" fmla="*/ 2 w 46"/>
                  <a:gd name="T31" fmla="*/ 48 h 55"/>
                  <a:gd name="T32" fmla="*/ 0 w 46"/>
                  <a:gd name="T33" fmla="*/ 4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" h="55">
                    <a:moveTo>
                      <a:pt x="0" y="43"/>
                    </a:moveTo>
                    <a:cubicBezTo>
                      <a:pt x="0" y="40"/>
                      <a:pt x="4" y="39"/>
                      <a:pt x="4" y="39"/>
                    </a:cubicBezTo>
                    <a:cubicBezTo>
                      <a:pt x="7" y="45"/>
                      <a:pt x="13" y="49"/>
                      <a:pt x="22" y="49"/>
                    </a:cubicBezTo>
                    <a:cubicBezTo>
                      <a:pt x="31" y="49"/>
                      <a:pt x="35" y="45"/>
                      <a:pt x="35" y="40"/>
                    </a:cubicBezTo>
                    <a:cubicBezTo>
                      <a:pt x="35" y="35"/>
                      <a:pt x="30" y="33"/>
                      <a:pt x="23" y="31"/>
                    </a:cubicBezTo>
                    <a:cubicBezTo>
                      <a:pt x="15" y="28"/>
                      <a:pt x="7" y="25"/>
                      <a:pt x="7" y="16"/>
                    </a:cubicBezTo>
                    <a:cubicBezTo>
                      <a:pt x="7" y="7"/>
                      <a:pt x="15" y="0"/>
                      <a:pt x="26" y="0"/>
                    </a:cubicBezTo>
                    <a:cubicBezTo>
                      <a:pt x="34" y="0"/>
                      <a:pt x="40" y="3"/>
                      <a:pt x="44" y="6"/>
                    </a:cubicBezTo>
                    <a:cubicBezTo>
                      <a:pt x="46" y="8"/>
                      <a:pt x="46" y="10"/>
                      <a:pt x="46" y="12"/>
                    </a:cubicBezTo>
                    <a:cubicBezTo>
                      <a:pt x="46" y="15"/>
                      <a:pt x="43" y="16"/>
                      <a:pt x="42" y="15"/>
                    </a:cubicBezTo>
                    <a:cubicBezTo>
                      <a:pt x="39" y="10"/>
                      <a:pt x="33" y="6"/>
                      <a:pt x="26" y="6"/>
                    </a:cubicBezTo>
                    <a:cubicBezTo>
                      <a:pt x="18" y="6"/>
                      <a:pt x="14" y="10"/>
                      <a:pt x="14" y="15"/>
                    </a:cubicBezTo>
                    <a:cubicBezTo>
                      <a:pt x="14" y="20"/>
                      <a:pt x="19" y="22"/>
                      <a:pt x="27" y="25"/>
                    </a:cubicBezTo>
                    <a:cubicBezTo>
                      <a:pt x="34" y="27"/>
                      <a:pt x="42" y="30"/>
                      <a:pt x="42" y="39"/>
                    </a:cubicBezTo>
                    <a:cubicBezTo>
                      <a:pt x="42" y="49"/>
                      <a:pt x="34" y="55"/>
                      <a:pt x="22" y="55"/>
                    </a:cubicBezTo>
                    <a:cubicBezTo>
                      <a:pt x="13" y="55"/>
                      <a:pt x="6" y="52"/>
                      <a:pt x="2" y="48"/>
                    </a:cubicBezTo>
                    <a:cubicBezTo>
                      <a:pt x="1" y="47"/>
                      <a:pt x="0" y="45"/>
                      <a:pt x="0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Freeform 18"/>
              <p:cNvSpPr>
                <a:spLocks noEditPoints="1"/>
              </p:cNvSpPr>
              <p:nvPr userDrawn="1"/>
            </p:nvSpPr>
            <p:spPr bwMode="auto">
              <a:xfrm>
                <a:off x="1702093" y="2935397"/>
                <a:ext cx="139345" cy="144918"/>
              </a:xfrm>
              <a:custGeom>
                <a:avLst/>
                <a:gdLst>
                  <a:gd name="T0" fmla="*/ 29 w 53"/>
                  <a:gd name="T1" fmla="*/ 0 h 55"/>
                  <a:gd name="T2" fmla="*/ 53 w 53"/>
                  <a:gd name="T3" fmla="*/ 24 h 55"/>
                  <a:gd name="T4" fmla="*/ 24 w 53"/>
                  <a:gd name="T5" fmla="*/ 55 h 55"/>
                  <a:gd name="T6" fmla="*/ 0 w 53"/>
                  <a:gd name="T7" fmla="*/ 31 h 55"/>
                  <a:gd name="T8" fmla="*/ 29 w 53"/>
                  <a:gd name="T9" fmla="*/ 0 h 55"/>
                  <a:gd name="T10" fmla="*/ 24 w 53"/>
                  <a:gd name="T11" fmla="*/ 49 h 55"/>
                  <a:gd name="T12" fmla="*/ 46 w 53"/>
                  <a:gd name="T13" fmla="*/ 25 h 55"/>
                  <a:gd name="T14" fmla="*/ 29 w 53"/>
                  <a:gd name="T15" fmla="*/ 6 h 55"/>
                  <a:gd name="T16" fmla="*/ 7 w 53"/>
                  <a:gd name="T17" fmla="*/ 31 h 55"/>
                  <a:gd name="T18" fmla="*/ 24 w 53"/>
                  <a:gd name="T19" fmla="*/ 4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5">
                    <a:moveTo>
                      <a:pt x="29" y="0"/>
                    </a:moveTo>
                    <a:cubicBezTo>
                      <a:pt x="43" y="0"/>
                      <a:pt x="53" y="10"/>
                      <a:pt x="53" y="24"/>
                    </a:cubicBezTo>
                    <a:cubicBezTo>
                      <a:pt x="53" y="41"/>
                      <a:pt x="41" y="55"/>
                      <a:pt x="24" y="55"/>
                    </a:cubicBezTo>
                    <a:cubicBezTo>
                      <a:pt x="11" y="55"/>
                      <a:pt x="0" y="45"/>
                      <a:pt x="0" y="31"/>
                    </a:cubicBezTo>
                    <a:cubicBezTo>
                      <a:pt x="0" y="15"/>
                      <a:pt x="12" y="0"/>
                      <a:pt x="29" y="0"/>
                    </a:cubicBezTo>
                    <a:close/>
                    <a:moveTo>
                      <a:pt x="24" y="49"/>
                    </a:moveTo>
                    <a:cubicBezTo>
                      <a:pt x="37" y="49"/>
                      <a:pt x="46" y="38"/>
                      <a:pt x="46" y="25"/>
                    </a:cubicBezTo>
                    <a:cubicBezTo>
                      <a:pt x="46" y="14"/>
                      <a:pt x="39" y="6"/>
                      <a:pt x="29" y="6"/>
                    </a:cubicBezTo>
                    <a:cubicBezTo>
                      <a:pt x="17" y="6"/>
                      <a:pt x="7" y="18"/>
                      <a:pt x="7" y="31"/>
                    </a:cubicBezTo>
                    <a:cubicBezTo>
                      <a:pt x="7" y="41"/>
                      <a:pt x="15" y="49"/>
                      <a:pt x="24" y="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Freeform 19"/>
              <p:cNvSpPr>
                <a:spLocks/>
              </p:cNvSpPr>
              <p:nvPr userDrawn="1"/>
            </p:nvSpPr>
            <p:spPr bwMode="auto">
              <a:xfrm>
                <a:off x="1870421" y="2879659"/>
                <a:ext cx="57967" cy="200656"/>
              </a:xfrm>
              <a:custGeom>
                <a:avLst/>
                <a:gdLst>
                  <a:gd name="T0" fmla="*/ 15 w 22"/>
                  <a:gd name="T1" fmla="*/ 0 h 76"/>
                  <a:gd name="T2" fmla="*/ 22 w 22"/>
                  <a:gd name="T3" fmla="*/ 0 h 76"/>
                  <a:gd name="T4" fmla="*/ 8 w 22"/>
                  <a:gd name="T5" fmla="*/ 64 h 76"/>
                  <a:gd name="T6" fmla="*/ 14 w 22"/>
                  <a:gd name="T7" fmla="*/ 71 h 76"/>
                  <a:gd name="T8" fmla="*/ 9 w 22"/>
                  <a:gd name="T9" fmla="*/ 76 h 76"/>
                  <a:gd name="T10" fmla="*/ 1 w 22"/>
                  <a:gd name="T11" fmla="*/ 64 h 76"/>
                  <a:gd name="T12" fmla="*/ 15 w 22"/>
                  <a:gd name="T13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76">
                    <a:moveTo>
                      <a:pt x="15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7" y="69"/>
                      <a:pt x="8" y="71"/>
                      <a:pt x="14" y="71"/>
                    </a:cubicBezTo>
                    <a:cubicBezTo>
                      <a:pt x="14" y="71"/>
                      <a:pt x="14" y="76"/>
                      <a:pt x="9" y="76"/>
                    </a:cubicBezTo>
                    <a:cubicBezTo>
                      <a:pt x="2" y="76"/>
                      <a:pt x="0" y="72"/>
                      <a:pt x="1" y="64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20"/>
              <p:cNvSpPr>
                <a:spLocks/>
              </p:cNvSpPr>
              <p:nvPr userDrawn="1"/>
            </p:nvSpPr>
            <p:spPr bwMode="auto">
              <a:xfrm>
                <a:off x="1938421" y="2937627"/>
                <a:ext cx="144918" cy="142689"/>
              </a:xfrm>
              <a:custGeom>
                <a:avLst/>
                <a:gdLst>
                  <a:gd name="T0" fmla="*/ 10 w 55"/>
                  <a:gd name="T1" fmla="*/ 0 h 54"/>
                  <a:gd name="T2" fmla="*/ 17 w 55"/>
                  <a:gd name="T3" fmla="*/ 0 h 54"/>
                  <a:gd name="T4" fmla="*/ 10 w 55"/>
                  <a:gd name="T5" fmla="*/ 31 h 54"/>
                  <a:gd name="T6" fmla="*/ 22 w 55"/>
                  <a:gd name="T7" fmla="*/ 47 h 54"/>
                  <a:gd name="T8" fmla="*/ 40 w 55"/>
                  <a:gd name="T9" fmla="*/ 35 h 54"/>
                  <a:gd name="T10" fmla="*/ 47 w 55"/>
                  <a:gd name="T11" fmla="*/ 0 h 54"/>
                  <a:gd name="T12" fmla="*/ 55 w 55"/>
                  <a:gd name="T13" fmla="*/ 0 h 54"/>
                  <a:gd name="T14" fmla="*/ 46 w 55"/>
                  <a:gd name="T15" fmla="*/ 42 h 54"/>
                  <a:gd name="T16" fmla="*/ 50 w 55"/>
                  <a:gd name="T17" fmla="*/ 49 h 54"/>
                  <a:gd name="T18" fmla="*/ 46 w 55"/>
                  <a:gd name="T19" fmla="*/ 54 h 54"/>
                  <a:gd name="T20" fmla="*/ 38 w 55"/>
                  <a:gd name="T21" fmla="*/ 44 h 54"/>
                  <a:gd name="T22" fmla="*/ 21 w 55"/>
                  <a:gd name="T23" fmla="*/ 54 h 54"/>
                  <a:gd name="T24" fmla="*/ 3 w 55"/>
                  <a:gd name="T25" fmla="*/ 30 h 54"/>
                  <a:gd name="T26" fmla="*/ 10 w 55"/>
                  <a:gd name="T2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4">
                    <a:moveTo>
                      <a:pt x="10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8" y="40"/>
                      <a:pt x="12" y="47"/>
                      <a:pt x="22" y="47"/>
                    </a:cubicBezTo>
                    <a:cubicBezTo>
                      <a:pt x="30" y="47"/>
                      <a:pt x="35" y="43"/>
                      <a:pt x="40" y="35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7"/>
                      <a:pt x="46" y="49"/>
                      <a:pt x="50" y="49"/>
                    </a:cubicBezTo>
                    <a:cubicBezTo>
                      <a:pt x="51" y="49"/>
                      <a:pt x="51" y="54"/>
                      <a:pt x="46" y="54"/>
                    </a:cubicBezTo>
                    <a:cubicBezTo>
                      <a:pt x="40" y="54"/>
                      <a:pt x="37" y="50"/>
                      <a:pt x="38" y="44"/>
                    </a:cubicBezTo>
                    <a:cubicBezTo>
                      <a:pt x="34" y="50"/>
                      <a:pt x="28" y="54"/>
                      <a:pt x="21" y="54"/>
                    </a:cubicBezTo>
                    <a:cubicBezTo>
                      <a:pt x="7" y="54"/>
                      <a:pt x="0" y="44"/>
                      <a:pt x="3" y="30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Freeform 21"/>
              <p:cNvSpPr>
                <a:spLocks/>
              </p:cNvSpPr>
              <p:nvPr userDrawn="1"/>
            </p:nvSpPr>
            <p:spPr bwMode="auto">
              <a:xfrm>
                <a:off x="2112323" y="2906413"/>
                <a:ext cx="86951" cy="173902"/>
              </a:xfrm>
              <a:custGeom>
                <a:avLst/>
                <a:gdLst>
                  <a:gd name="T0" fmla="*/ 8 w 33"/>
                  <a:gd name="T1" fmla="*/ 19 h 66"/>
                  <a:gd name="T2" fmla="*/ 1 w 33"/>
                  <a:gd name="T3" fmla="*/ 19 h 66"/>
                  <a:gd name="T4" fmla="*/ 1 w 33"/>
                  <a:gd name="T5" fmla="*/ 17 h 66"/>
                  <a:gd name="T6" fmla="*/ 2 w 33"/>
                  <a:gd name="T7" fmla="*/ 13 h 66"/>
                  <a:gd name="T8" fmla="*/ 2 w 33"/>
                  <a:gd name="T9" fmla="*/ 12 h 66"/>
                  <a:gd name="T10" fmla="*/ 10 w 33"/>
                  <a:gd name="T11" fmla="*/ 12 h 66"/>
                  <a:gd name="T12" fmla="*/ 11 w 33"/>
                  <a:gd name="T13" fmla="*/ 7 h 66"/>
                  <a:gd name="T14" fmla="*/ 17 w 33"/>
                  <a:gd name="T15" fmla="*/ 0 h 66"/>
                  <a:gd name="T16" fmla="*/ 19 w 33"/>
                  <a:gd name="T17" fmla="*/ 1 h 66"/>
                  <a:gd name="T18" fmla="*/ 17 w 33"/>
                  <a:gd name="T19" fmla="*/ 12 h 66"/>
                  <a:gd name="T20" fmla="*/ 33 w 33"/>
                  <a:gd name="T21" fmla="*/ 12 h 66"/>
                  <a:gd name="T22" fmla="*/ 33 w 33"/>
                  <a:gd name="T23" fmla="*/ 14 h 66"/>
                  <a:gd name="T24" fmla="*/ 32 w 33"/>
                  <a:gd name="T25" fmla="*/ 18 h 66"/>
                  <a:gd name="T26" fmla="*/ 32 w 33"/>
                  <a:gd name="T27" fmla="*/ 19 h 66"/>
                  <a:gd name="T28" fmla="*/ 16 w 33"/>
                  <a:gd name="T29" fmla="*/ 19 h 66"/>
                  <a:gd name="T30" fmla="*/ 10 w 33"/>
                  <a:gd name="T31" fmla="*/ 47 h 66"/>
                  <a:gd name="T32" fmla="*/ 16 w 33"/>
                  <a:gd name="T33" fmla="*/ 60 h 66"/>
                  <a:gd name="T34" fmla="*/ 24 w 33"/>
                  <a:gd name="T35" fmla="*/ 57 h 66"/>
                  <a:gd name="T36" fmla="*/ 25 w 33"/>
                  <a:gd name="T37" fmla="*/ 60 h 66"/>
                  <a:gd name="T38" fmla="*/ 24 w 33"/>
                  <a:gd name="T39" fmla="*/ 64 h 66"/>
                  <a:gd name="T40" fmla="*/ 15 w 33"/>
                  <a:gd name="T41" fmla="*/ 66 h 66"/>
                  <a:gd name="T42" fmla="*/ 3 w 33"/>
                  <a:gd name="T43" fmla="*/ 47 h 66"/>
                  <a:gd name="T44" fmla="*/ 8 w 33"/>
                  <a:gd name="T45" fmla="*/ 1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66">
                    <a:moveTo>
                      <a:pt x="8" y="19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1" y="18"/>
                      <a:pt x="1" y="17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2"/>
                      <a:pt x="2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2"/>
                      <a:pt x="14" y="0"/>
                      <a:pt x="17" y="0"/>
                    </a:cubicBezTo>
                    <a:cubicBezTo>
                      <a:pt x="18" y="0"/>
                      <a:pt x="19" y="1"/>
                      <a:pt x="19" y="1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3"/>
                      <a:pt x="33" y="14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8" y="56"/>
                      <a:pt x="10" y="60"/>
                      <a:pt x="16" y="60"/>
                    </a:cubicBezTo>
                    <a:cubicBezTo>
                      <a:pt x="19" y="60"/>
                      <a:pt x="22" y="58"/>
                      <a:pt x="24" y="57"/>
                    </a:cubicBezTo>
                    <a:cubicBezTo>
                      <a:pt x="24" y="57"/>
                      <a:pt x="25" y="58"/>
                      <a:pt x="25" y="60"/>
                    </a:cubicBezTo>
                    <a:cubicBezTo>
                      <a:pt x="25" y="61"/>
                      <a:pt x="25" y="62"/>
                      <a:pt x="24" y="64"/>
                    </a:cubicBezTo>
                    <a:cubicBezTo>
                      <a:pt x="22" y="65"/>
                      <a:pt x="19" y="66"/>
                      <a:pt x="15" y="66"/>
                    </a:cubicBezTo>
                    <a:cubicBezTo>
                      <a:pt x="5" y="66"/>
                      <a:pt x="0" y="60"/>
                      <a:pt x="3" y="47"/>
                    </a:cubicBezTo>
                    <a:lnTo>
                      <a:pt x="8" y="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" name="Freeform 22"/>
              <p:cNvSpPr>
                <a:spLocks noEditPoints="1"/>
              </p:cNvSpPr>
              <p:nvPr userDrawn="1"/>
            </p:nvSpPr>
            <p:spPr bwMode="auto">
              <a:xfrm>
                <a:off x="2215995" y="2879659"/>
                <a:ext cx="57967" cy="200656"/>
              </a:xfrm>
              <a:custGeom>
                <a:avLst/>
                <a:gdLst>
                  <a:gd name="T0" fmla="*/ 10 w 22"/>
                  <a:gd name="T1" fmla="*/ 22 h 76"/>
                  <a:gd name="T2" fmla="*/ 17 w 22"/>
                  <a:gd name="T3" fmla="*/ 22 h 76"/>
                  <a:gd name="T4" fmla="*/ 8 w 22"/>
                  <a:gd name="T5" fmla="*/ 64 h 76"/>
                  <a:gd name="T6" fmla="*/ 14 w 22"/>
                  <a:gd name="T7" fmla="*/ 71 h 76"/>
                  <a:gd name="T8" fmla="*/ 8 w 22"/>
                  <a:gd name="T9" fmla="*/ 76 h 76"/>
                  <a:gd name="T10" fmla="*/ 1 w 22"/>
                  <a:gd name="T11" fmla="*/ 64 h 76"/>
                  <a:gd name="T12" fmla="*/ 10 w 22"/>
                  <a:gd name="T13" fmla="*/ 22 h 76"/>
                  <a:gd name="T14" fmla="*/ 13 w 22"/>
                  <a:gd name="T15" fmla="*/ 6 h 76"/>
                  <a:gd name="T16" fmla="*/ 18 w 22"/>
                  <a:gd name="T17" fmla="*/ 0 h 76"/>
                  <a:gd name="T18" fmla="*/ 22 w 22"/>
                  <a:gd name="T19" fmla="*/ 4 h 76"/>
                  <a:gd name="T20" fmla="*/ 17 w 22"/>
                  <a:gd name="T21" fmla="*/ 9 h 76"/>
                  <a:gd name="T22" fmla="*/ 13 w 22"/>
                  <a:gd name="T23" fmla="*/ 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" h="76">
                    <a:moveTo>
                      <a:pt x="10" y="22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7" y="69"/>
                      <a:pt x="8" y="71"/>
                      <a:pt x="14" y="71"/>
                    </a:cubicBezTo>
                    <a:cubicBezTo>
                      <a:pt x="14" y="71"/>
                      <a:pt x="14" y="76"/>
                      <a:pt x="8" y="76"/>
                    </a:cubicBezTo>
                    <a:cubicBezTo>
                      <a:pt x="2" y="76"/>
                      <a:pt x="0" y="72"/>
                      <a:pt x="1" y="64"/>
                    </a:cubicBezTo>
                    <a:lnTo>
                      <a:pt x="10" y="22"/>
                    </a:lnTo>
                    <a:close/>
                    <a:moveTo>
                      <a:pt x="13" y="6"/>
                    </a:moveTo>
                    <a:cubicBezTo>
                      <a:pt x="13" y="3"/>
                      <a:pt x="14" y="0"/>
                      <a:pt x="18" y="0"/>
                    </a:cubicBezTo>
                    <a:cubicBezTo>
                      <a:pt x="21" y="0"/>
                      <a:pt x="22" y="1"/>
                      <a:pt x="22" y="4"/>
                    </a:cubicBezTo>
                    <a:cubicBezTo>
                      <a:pt x="22" y="6"/>
                      <a:pt x="21" y="9"/>
                      <a:pt x="17" y="9"/>
                    </a:cubicBezTo>
                    <a:cubicBezTo>
                      <a:pt x="14" y="9"/>
                      <a:pt x="13" y="8"/>
                      <a:pt x="1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Freeform 23"/>
              <p:cNvSpPr>
                <a:spLocks noEditPoints="1"/>
              </p:cNvSpPr>
              <p:nvPr userDrawn="1"/>
            </p:nvSpPr>
            <p:spPr bwMode="auto">
              <a:xfrm>
                <a:off x="2286225" y="2935397"/>
                <a:ext cx="140459" cy="144918"/>
              </a:xfrm>
              <a:custGeom>
                <a:avLst/>
                <a:gdLst>
                  <a:gd name="T0" fmla="*/ 29 w 53"/>
                  <a:gd name="T1" fmla="*/ 0 h 55"/>
                  <a:gd name="T2" fmla="*/ 53 w 53"/>
                  <a:gd name="T3" fmla="*/ 24 h 55"/>
                  <a:gd name="T4" fmla="*/ 24 w 53"/>
                  <a:gd name="T5" fmla="*/ 55 h 55"/>
                  <a:gd name="T6" fmla="*/ 0 w 53"/>
                  <a:gd name="T7" fmla="*/ 31 h 55"/>
                  <a:gd name="T8" fmla="*/ 29 w 53"/>
                  <a:gd name="T9" fmla="*/ 0 h 55"/>
                  <a:gd name="T10" fmla="*/ 24 w 53"/>
                  <a:gd name="T11" fmla="*/ 49 h 55"/>
                  <a:gd name="T12" fmla="*/ 46 w 53"/>
                  <a:gd name="T13" fmla="*/ 25 h 55"/>
                  <a:gd name="T14" fmla="*/ 29 w 53"/>
                  <a:gd name="T15" fmla="*/ 6 h 55"/>
                  <a:gd name="T16" fmla="*/ 7 w 53"/>
                  <a:gd name="T17" fmla="*/ 31 h 55"/>
                  <a:gd name="T18" fmla="*/ 24 w 53"/>
                  <a:gd name="T19" fmla="*/ 4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5">
                    <a:moveTo>
                      <a:pt x="29" y="0"/>
                    </a:moveTo>
                    <a:cubicBezTo>
                      <a:pt x="43" y="0"/>
                      <a:pt x="53" y="10"/>
                      <a:pt x="53" y="24"/>
                    </a:cubicBezTo>
                    <a:cubicBezTo>
                      <a:pt x="53" y="41"/>
                      <a:pt x="41" y="55"/>
                      <a:pt x="24" y="55"/>
                    </a:cubicBezTo>
                    <a:cubicBezTo>
                      <a:pt x="10" y="55"/>
                      <a:pt x="0" y="45"/>
                      <a:pt x="0" y="31"/>
                    </a:cubicBezTo>
                    <a:cubicBezTo>
                      <a:pt x="0" y="15"/>
                      <a:pt x="12" y="0"/>
                      <a:pt x="29" y="0"/>
                    </a:cubicBezTo>
                    <a:close/>
                    <a:moveTo>
                      <a:pt x="24" y="49"/>
                    </a:moveTo>
                    <a:cubicBezTo>
                      <a:pt x="36" y="49"/>
                      <a:pt x="46" y="38"/>
                      <a:pt x="46" y="25"/>
                    </a:cubicBezTo>
                    <a:cubicBezTo>
                      <a:pt x="46" y="14"/>
                      <a:pt x="38" y="6"/>
                      <a:pt x="29" y="6"/>
                    </a:cubicBezTo>
                    <a:cubicBezTo>
                      <a:pt x="17" y="6"/>
                      <a:pt x="7" y="18"/>
                      <a:pt x="7" y="31"/>
                    </a:cubicBezTo>
                    <a:cubicBezTo>
                      <a:pt x="7" y="41"/>
                      <a:pt x="15" y="49"/>
                      <a:pt x="24" y="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Freeform 24"/>
              <p:cNvSpPr>
                <a:spLocks/>
              </p:cNvSpPr>
              <p:nvPr userDrawn="1"/>
            </p:nvSpPr>
            <p:spPr bwMode="auto">
              <a:xfrm>
                <a:off x="2450094" y="2935397"/>
                <a:ext cx="137115" cy="144918"/>
              </a:xfrm>
              <a:custGeom>
                <a:avLst/>
                <a:gdLst>
                  <a:gd name="T0" fmla="*/ 11 w 52"/>
                  <a:gd name="T1" fmla="*/ 1 h 55"/>
                  <a:gd name="T2" fmla="*/ 13 w 52"/>
                  <a:gd name="T3" fmla="*/ 1 h 55"/>
                  <a:gd name="T4" fmla="*/ 17 w 52"/>
                  <a:gd name="T5" fmla="*/ 9 h 55"/>
                  <a:gd name="T6" fmla="*/ 17 w 52"/>
                  <a:gd name="T7" fmla="*/ 10 h 55"/>
                  <a:gd name="T8" fmla="*/ 34 w 52"/>
                  <a:gd name="T9" fmla="*/ 0 h 55"/>
                  <a:gd name="T10" fmla="*/ 52 w 52"/>
                  <a:gd name="T11" fmla="*/ 18 h 55"/>
                  <a:gd name="T12" fmla="*/ 49 w 52"/>
                  <a:gd name="T13" fmla="*/ 34 h 55"/>
                  <a:gd name="T14" fmla="*/ 47 w 52"/>
                  <a:gd name="T15" fmla="*/ 46 h 55"/>
                  <a:gd name="T16" fmla="*/ 51 w 52"/>
                  <a:gd name="T17" fmla="*/ 50 h 55"/>
                  <a:gd name="T18" fmla="*/ 46 w 52"/>
                  <a:gd name="T19" fmla="*/ 55 h 55"/>
                  <a:gd name="T20" fmla="*/ 39 w 52"/>
                  <a:gd name="T21" fmla="*/ 47 h 55"/>
                  <a:gd name="T22" fmla="*/ 42 w 52"/>
                  <a:gd name="T23" fmla="*/ 33 h 55"/>
                  <a:gd name="T24" fmla="*/ 45 w 52"/>
                  <a:gd name="T25" fmla="*/ 19 h 55"/>
                  <a:gd name="T26" fmla="*/ 33 w 52"/>
                  <a:gd name="T27" fmla="*/ 7 h 55"/>
                  <a:gd name="T28" fmla="*/ 15 w 52"/>
                  <a:gd name="T29" fmla="*/ 19 h 55"/>
                  <a:gd name="T30" fmla="*/ 7 w 52"/>
                  <a:gd name="T31" fmla="*/ 54 h 55"/>
                  <a:gd name="T32" fmla="*/ 0 w 52"/>
                  <a:gd name="T33" fmla="*/ 54 h 55"/>
                  <a:gd name="T34" fmla="*/ 11 w 52"/>
                  <a:gd name="T35" fmla="*/ 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" h="55">
                    <a:moveTo>
                      <a:pt x="11" y="1"/>
                    </a:moveTo>
                    <a:cubicBezTo>
                      <a:pt x="11" y="1"/>
                      <a:pt x="12" y="1"/>
                      <a:pt x="13" y="1"/>
                    </a:cubicBezTo>
                    <a:cubicBezTo>
                      <a:pt x="16" y="1"/>
                      <a:pt x="18" y="2"/>
                      <a:pt x="17" y="9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4"/>
                      <a:pt x="27" y="0"/>
                      <a:pt x="34" y="0"/>
                    </a:cubicBezTo>
                    <a:cubicBezTo>
                      <a:pt x="46" y="0"/>
                      <a:pt x="52" y="8"/>
                      <a:pt x="52" y="18"/>
                    </a:cubicBezTo>
                    <a:cubicBezTo>
                      <a:pt x="52" y="22"/>
                      <a:pt x="51" y="28"/>
                      <a:pt x="49" y="34"/>
                    </a:cubicBezTo>
                    <a:cubicBezTo>
                      <a:pt x="48" y="39"/>
                      <a:pt x="47" y="44"/>
                      <a:pt x="47" y="46"/>
                    </a:cubicBezTo>
                    <a:cubicBezTo>
                      <a:pt x="47" y="49"/>
                      <a:pt x="48" y="50"/>
                      <a:pt x="51" y="50"/>
                    </a:cubicBezTo>
                    <a:cubicBezTo>
                      <a:pt x="51" y="50"/>
                      <a:pt x="52" y="55"/>
                      <a:pt x="46" y="55"/>
                    </a:cubicBezTo>
                    <a:cubicBezTo>
                      <a:pt x="42" y="55"/>
                      <a:pt x="39" y="52"/>
                      <a:pt x="39" y="47"/>
                    </a:cubicBezTo>
                    <a:cubicBezTo>
                      <a:pt x="39" y="44"/>
                      <a:pt x="41" y="39"/>
                      <a:pt x="42" y="33"/>
                    </a:cubicBezTo>
                    <a:cubicBezTo>
                      <a:pt x="44" y="27"/>
                      <a:pt x="45" y="22"/>
                      <a:pt x="45" y="19"/>
                    </a:cubicBezTo>
                    <a:cubicBezTo>
                      <a:pt x="45" y="12"/>
                      <a:pt x="41" y="7"/>
                      <a:pt x="33" y="7"/>
                    </a:cubicBezTo>
                    <a:cubicBezTo>
                      <a:pt x="25" y="7"/>
                      <a:pt x="20" y="11"/>
                      <a:pt x="15" y="19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Freeform 25"/>
              <p:cNvSpPr>
                <a:spLocks/>
              </p:cNvSpPr>
              <p:nvPr userDrawn="1"/>
            </p:nvSpPr>
            <p:spPr bwMode="auto">
              <a:xfrm>
                <a:off x="2612849" y="2935397"/>
                <a:ext cx="121508" cy="144918"/>
              </a:xfrm>
              <a:custGeom>
                <a:avLst/>
                <a:gdLst>
                  <a:gd name="T0" fmla="*/ 0 w 46"/>
                  <a:gd name="T1" fmla="*/ 43 h 55"/>
                  <a:gd name="T2" fmla="*/ 4 w 46"/>
                  <a:gd name="T3" fmla="*/ 39 h 55"/>
                  <a:gd name="T4" fmla="*/ 22 w 46"/>
                  <a:gd name="T5" fmla="*/ 49 h 55"/>
                  <a:gd name="T6" fmla="*/ 35 w 46"/>
                  <a:gd name="T7" fmla="*/ 40 h 55"/>
                  <a:gd name="T8" fmla="*/ 23 w 46"/>
                  <a:gd name="T9" fmla="*/ 31 h 55"/>
                  <a:gd name="T10" fmla="*/ 7 w 46"/>
                  <a:gd name="T11" fmla="*/ 16 h 55"/>
                  <a:gd name="T12" fmla="*/ 26 w 46"/>
                  <a:gd name="T13" fmla="*/ 0 h 55"/>
                  <a:gd name="T14" fmla="*/ 44 w 46"/>
                  <a:gd name="T15" fmla="*/ 6 h 55"/>
                  <a:gd name="T16" fmla="*/ 46 w 46"/>
                  <a:gd name="T17" fmla="*/ 12 h 55"/>
                  <a:gd name="T18" fmla="*/ 42 w 46"/>
                  <a:gd name="T19" fmla="*/ 15 h 55"/>
                  <a:gd name="T20" fmla="*/ 26 w 46"/>
                  <a:gd name="T21" fmla="*/ 6 h 55"/>
                  <a:gd name="T22" fmla="*/ 14 w 46"/>
                  <a:gd name="T23" fmla="*/ 15 h 55"/>
                  <a:gd name="T24" fmla="*/ 27 w 46"/>
                  <a:gd name="T25" fmla="*/ 25 h 55"/>
                  <a:gd name="T26" fmla="*/ 42 w 46"/>
                  <a:gd name="T27" fmla="*/ 39 h 55"/>
                  <a:gd name="T28" fmla="*/ 22 w 46"/>
                  <a:gd name="T29" fmla="*/ 55 h 55"/>
                  <a:gd name="T30" fmla="*/ 2 w 46"/>
                  <a:gd name="T31" fmla="*/ 48 h 55"/>
                  <a:gd name="T32" fmla="*/ 0 w 46"/>
                  <a:gd name="T33" fmla="*/ 4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" h="55">
                    <a:moveTo>
                      <a:pt x="0" y="43"/>
                    </a:moveTo>
                    <a:cubicBezTo>
                      <a:pt x="0" y="40"/>
                      <a:pt x="3" y="39"/>
                      <a:pt x="4" y="39"/>
                    </a:cubicBezTo>
                    <a:cubicBezTo>
                      <a:pt x="7" y="45"/>
                      <a:pt x="13" y="49"/>
                      <a:pt x="22" y="49"/>
                    </a:cubicBezTo>
                    <a:cubicBezTo>
                      <a:pt x="30" y="49"/>
                      <a:pt x="35" y="45"/>
                      <a:pt x="35" y="40"/>
                    </a:cubicBezTo>
                    <a:cubicBezTo>
                      <a:pt x="35" y="35"/>
                      <a:pt x="30" y="33"/>
                      <a:pt x="23" y="31"/>
                    </a:cubicBezTo>
                    <a:cubicBezTo>
                      <a:pt x="15" y="28"/>
                      <a:pt x="7" y="25"/>
                      <a:pt x="7" y="16"/>
                    </a:cubicBezTo>
                    <a:cubicBezTo>
                      <a:pt x="7" y="7"/>
                      <a:pt x="15" y="0"/>
                      <a:pt x="26" y="0"/>
                    </a:cubicBezTo>
                    <a:cubicBezTo>
                      <a:pt x="34" y="0"/>
                      <a:pt x="40" y="3"/>
                      <a:pt x="44" y="6"/>
                    </a:cubicBezTo>
                    <a:cubicBezTo>
                      <a:pt x="46" y="8"/>
                      <a:pt x="46" y="10"/>
                      <a:pt x="46" y="12"/>
                    </a:cubicBezTo>
                    <a:cubicBezTo>
                      <a:pt x="46" y="15"/>
                      <a:pt x="42" y="16"/>
                      <a:pt x="42" y="15"/>
                    </a:cubicBezTo>
                    <a:cubicBezTo>
                      <a:pt x="39" y="10"/>
                      <a:pt x="33" y="6"/>
                      <a:pt x="26" y="6"/>
                    </a:cubicBezTo>
                    <a:cubicBezTo>
                      <a:pt x="18" y="6"/>
                      <a:pt x="14" y="10"/>
                      <a:pt x="14" y="15"/>
                    </a:cubicBezTo>
                    <a:cubicBezTo>
                      <a:pt x="14" y="20"/>
                      <a:pt x="19" y="22"/>
                      <a:pt x="27" y="25"/>
                    </a:cubicBezTo>
                    <a:cubicBezTo>
                      <a:pt x="34" y="27"/>
                      <a:pt x="42" y="30"/>
                      <a:pt x="42" y="39"/>
                    </a:cubicBezTo>
                    <a:cubicBezTo>
                      <a:pt x="42" y="49"/>
                      <a:pt x="34" y="55"/>
                      <a:pt x="22" y="55"/>
                    </a:cubicBezTo>
                    <a:cubicBezTo>
                      <a:pt x="13" y="55"/>
                      <a:pt x="6" y="52"/>
                      <a:pt x="2" y="48"/>
                    </a:cubicBezTo>
                    <a:cubicBezTo>
                      <a:pt x="1" y="47"/>
                      <a:pt x="0" y="45"/>
                      <a:pt x="0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Freeform 26"/>
              <p:cNvSpPr>
                <a:spLocks noEditPoints="1"/>
              </p:cNvSpPr>
              <p:nvPr userDrawn="1"/>
            </p:nvSpPr>
            <p:spPr bwMode="auto">
              <a:xfrm>
                <a:off x="1041043" y="2508446"/>
                <a:ext cx="73574" cy="260853"/>
              </a:xfrm>
              <a:custGeom>
                <a:avLst/>
                <a:gdLst>
                  <a:gd name="T0" fmla="*/ 15 w 28"/>
                  <a:gd name="T1" fmla="*/ 29 h 99"/>
                  <a:gd name="T2" fmla="*/ 21 w 28"/>
                  <a:gd name="T3" fmla="*/ 29 h 99"/>
                  <a:gd name="T4" fmla="*/ 10 w 28"/>
                  <a:gd name="T5" fmla="*/ 84 h 99"/>
                  <a:gd name="T6" fmla="*/ 17 w 28"/>
                  <a:gd name="T7" fmla="*/ 94 h 99"/>
                  <a:gd name="T8" fmla="*/ 12 w 28"/>
                  <a:gd name="T9" fmla="*/ 99 h 99"/>
                  <a:gd name="T10" fmla="*/ 3 w 28"/>
                  <a:gd name="T11" fmla="*/ 84 h 99"/>
                  <a:gd name="T12" fmla="*/ 15 w 28"/>
                  <a:gd name="T13" fmla="*/ 29 h 99"/>
                  <a:gd name="T14" fmla="*/ 18 w 28"/>
                  <a:gd name="T15" fmla="*/ 6 h 99"/>
                  <a:gd name="T16" fmla="*/ 23 w 28"/>
                  <a:gd name="T17" fmla="*/ 0 h 99"/>
                  <a:gd name="T18" fmla="*/ 28 w 28"/>
                  <a:gd name="T19" fmla="*/ 4 h 99"/>
                  <a:gd name="T20" fmla="*/ 23 w 28"/>
                  <a:gd name="T21" fmla="*/ 10 h 99"/>
                  <a:gd name="T22" fmla="*/ 18 w 28"/>
                  <a:gd name="T23" fmla="*/ 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99">
                    <a:moveTo>
                      <a:pt x="15" y="29"/>
                    </a:moveTo>
                    <a:cubicBezTo>
                      <a:pt x="21" y="29"/>
                      <a:pt x="21" y="29"/>
                      <a:pt x="21" y="29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8" y="92"/>
                      <a:pt x="11" y="94"/>
                      <a:pt x="17" y="94"/>
                    </a:cubicBezTo>
                    <a:cubicBezTo>
                      <a:pt x="17" y="94"/>
                      <a:pt x="17" y="99"/>
                      <a:pt x="12" y="99"/>
                    </a:cubicBezTo>
                    <a:cubicBezTo>
                      <a:pt x="4" y="99"/>
                      <a:pt x="0" y="95"/>
                      <a:pt x="3" y="84"/>
                    </a:cubicBezTo>
                    <a:lnTo>
                      <a:pt x="15" y="29"/>
                    </a:lnTo>
                    <a:close/>
                    <a:moveTo>
                      <a:pt x="18" y="6"/>
                    </a:moveTo>
                    <a:cubicBezTo>
                      <a:pt x="18" y="3"/>
                      <a:pt x="20" y="0"/>
                      <a:pt x="23" y="0"/>
                    </a:cubicBezTo>
                    <a:cubicBezTo>
                      <a:pt x="27" y="0"/>
                      <a:pt x="28" y="2"/>
                      <a:pt x="28" y="4"/>
                    </a:cubicBezTo>
                    <a:cubicBezTo>
                      <a:pt x="28" y="7"/>
                      <a:pt x="26" y="10"/>
                      <a:pt x="23" y="10"/>
                    </a:cubicBezTo>
                    <a:cubicBezTo>
                      <a:pt x="20" y="10"/>
                      <a:pt x="18" y="9"/>
                      <a:pt x="18" y="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 27"/>
              <p:cNvSpPr>
                <a:spLocks/>
              </p:cNvSpPr>
              <p:nvPr userDrawn="1"/>
            </p:nvSpPr>
            <p:spPr bwMode="auto">
              <a:xfrm>
                <a:off x="1127993" y="2579790"/>
                <a:ext cx="178361" cy="189508"/>
              </a:xfrm>
              <a:custGeom>
                <a:avLst/>
                <a:gdLst>
                  <a:gd name="T0" fmla="*/ 14 w 68"/>
                  <a:gd name="T1" fmla="*/ 2 h 72"/>
                  <a:gd name="T2" fmla="*/ 16 w 68"/>
                  <a:gd name="T3" fmla="*/ 1 h 72"/>
                  <a:gd name="T4" fmla="*/ 20 w 68"/>
                  <a:gd name="T5" fmla="*/ 9 h 72"/>
                  <a:gd name="T6" fmla="*/ 18 w 68"/>
                  <a:gd name="T7" fmla="*/ 16 h 72"/>
                  <a:gd name="T8" fmla="*/ 44 w 68"/>
                  <a:gd name="T9" fmla="*/ 0 h 72"/>
                  <a:gd name="T10" fmla="*/ 68 w 68"/>
                  <a:gd name="T11" fmla="*/ 23 h 72"/>
                  <a:gd name="T12" fmla="*/ 64 w 68"/>
                  <a:gd name="T13" fmla="*/ 46 h 72"/>
                  <a:gd name="T14" fmla="*/ 60 w 68"/>
                  <a:gd name="T15" fmla="*/ 62 h 72"/>
                  <a:gd name="T16" fmla="*/ 67 w 68"/>
                  <a:gd name="T17" fmla="*/ 67 h 72"/>
                  <a:gd name="T18" fmla="*/ 62 w 68"/>
                  <a:gd name="T19" fmla="*/ 72 h 72"/>
                  <a:gd name="T20" fmla="*/ 53 w 68"/>
                  <a:gd name="T21" fmla="*/ 63 h 72"/>
                  <a:gd name="T22" fmla="*/ 57 w 68"/>
                  <a:gd name="T23" fmla="*/ 45 h 72"/>
                  <a:gd name="T24" fmla="*/ 61 w 68"/>
                  <a:gd name="T25" fmla="*/ 25 h 72"/>
                  <a:gd name="T26" fmla="*/ 43 w 68"/>
                  <a:gd name="T27" fmla="*/ 7 h 72"/>
                  <a:gd name="T28" fmla="*/ 16 w 68"/>
                  <a:gd name="T29" fmla="*/ 25 h 72"/>
                  <a:gd name="T30" fmla="*/ 7 w 68"/>
                  <a:gd name="T31" fmla="*/ 71 h 72"/>
                  <a:gd name="T32" fmla="*/ 0 w 68"/>
                  <a:gd name="T33" fmla="*/ 71 h 72"/>
                  <a:gd name="T34" fmla="*/ 14 w 68"/>
                  <a:gd name="T35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72">
                    <a:moveTo>
                      <a:pt x="14" y="2"/>
                    </a:moveTo>
                    <a:cubicBezTo>
                      <a:pt x="14" y="2"/>
                      <a:pt x="15" y="1"/>
                      <a:pt x="16" y="1"/>
                    </a:cubicBezTo>
                    <a:cubicBezTo>
                      <a:pt x="19" y="1"/>
                      <a:pt x="21" y="3"/>
                      <a:pt x="20" y="9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24" y="6"/>
                      <a:pt x="33" y="0"/>
                      <a:pt x="44" y="0"/>
                    </a:cubicBezTo>
                    <a:cubicBezTo>
                      <a:pt x="59" y="0"/>
                      <a:pt x="68" y="10"/>
                      <a:pt x="68" y="23"/>
                    </a:cubicBezTo>
                    <a:cubicBezTo>
                      <a:pt x="68" y="29"/>
                      <a:pt x="66" y="36"/>
                      <a:pt x="64" y="46"/>
                    </a:cubicBezTo>
                    <a:cubicBezTo>
                      <a:pt x="62" y="53"/>
                      <a:pt x="60" y="59"/>
                      <a:pt x="60" y="62"/>
                    </a:cubicBezTo>
                    <a:cubicBezTo>
                      <a:pt x="60" y="66"/>
                      <a:pt x="63" y="67"/>
                      <a:pt x="67" y="67"/>
                    </a:cubicBezTo>
                    <a:cubicBezTo>
                      <a:pt x="67" y="67"/>
                      <a:pt x="67" y="72"/>
                      <a:pt x="62" y="72"/>
                    </a:cubicBezTo>
                    <a:cubicBezTo>
                      <a:pt x="57" y="72"/>
                      <a:pt x="53" y="69"/>
                      <a:pt x="53" y="63"/>
                    </a:cubicBezTo>
                    <a:cubicBezTo>
                      <a:pt x="53" y="59"/>
                      <a:pt x="55" y="52"/>
                      <a:pt x="57" y="45"/>
                    </a:cubicBezTo>
                    <a:cubicBezTo>
                      <a:pt x="59" y="36"/>
                      <a:pt x="61" y="29"/>
                      <a:pt x="61" y="25"/>
                    </a:cubicBezTo>
                    <a:cubicBezTo>
                      <a:pt x="61" y="14"/>
                      <a:pt x="54" y="7"/>
                      <a:pt x="43" y="7"/>
                    </a:cubicBezTo>
                    <a:cubicBezTo>
                      <a:pt x="31" y="7"/>
                      <a:pt x="23" y="14"/>
                      <a:pt x="16" y="25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0" y="71"/>
                      <a:pt x="0" y="71"/>
                      <a:pt x="0" y="71"/>
                    </a:cubicBez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Freeform 28"/>
              <p:cNvSpPr>
                <a:spLocks/>
              </p:cNvSpPr>
              <p:nvPr userDrawn="1"/>
            </p:nvSpPr>
            <p:spPr bwMode="auto">
              <a:xfrm>
                <a:off x="1356518" y="2539659"/>
                <a:ext cx="111476" cy="231869"/>
              </a:xfrm>
              <a:custGeom>
                <a:avLst/>
                <a:gdLst>
                  <a:gd name="T0" fmla="*/ 12 w 42"/>
                  <a:gd name="T1" fmla="*/ 23 h 88"/>
                  <a:gd name="T2" fmla="*/ 1 w 42"/>
                  <a:gd name="T3" fmla="*/ 23 h 88"/>
                  <a:gd name="T4" fmla="*/ 2 w 42"/>
                  <a:gd name="T5" fmla="*/ 17 h 88"/>
                  <a:gd name="T6" fmla="*/ 13 w 42"/>
                  <a:gd name="T7" fmla="*/ 17 h 88"/>
                  <a:gd name="T8" fmla="*/ 15 w 42"/>
                  <a:gd name="T9" fmla="*/ 7 h 88"/>
                  <a:gd name="T10" fmla="*/ 21 w 42"/>
                  <a:gd name="T11" fmla="*/ 0 h 88"/>
                  <a:gd name="T12" fmla="*/ 24 w 42"/>
                  <a:gd name="T13" fmla="*/ 1 h 88"/>
                  <a:gd name="T14" fmla="*/ 20 w 42"/>
                  <a:gd name="T15" fmla="*/ 17 h 88"/>
                  <a:gd name="T16" fmla="*/ 42 w 42"/>
                  <a:gd name="T17" fmla="*/ 17 h 88"/>
                  <a:gd name="T18" fmla="*/ 41 w 42"/>
                  <a:gd name="T19" fmla="*/ 23 h 88"/>
                  <a:gd name="T20" fmla="*/ 19 w 42"/>
                  <a:gd name="T21" fmla="*/ 23 h 88"/>
                  <a:gd name="T22" fmla="*/ 10 w 42"/>
                  <a:gd name="T23" fmla="*/ 63 h 88"/>
                  <a:gd name="T24" fmla="*/ 20 w 42"/>
                  <a:gd name="T25" fmla="*/ 82 h 88"/>
                  <a:gd name="T26" fmla="*/ 30 w 42"/>
                  <a:gd name="T27" fmla="*/ 77 h 88"/>
                  <a:gd name="T28" fmla="*/ 32 w 42"/>
                  <a:gd name="T29" fmla="*/ 80 h 88"/>
                  <a:gd name="T30" fmla="*/ 30 w 42"/>
                  <a:gd name="T31" fmla="*/ 84 h 88"/>
                  <a:gd name="T32" fmla="*/ 19 w 42"/>
                  <a:gd name="T33" fmla="*/ 88 h 88"/>
                  <a:gd name="T34" fmla="*/ 3 w 42"/>
                  <a:gd name="T35" fmla="*/ 63 h 88"/>
                  <a:gd name="T36" fmla="*/ 12 w 42"/>
                  <a:gd name="T37" fmla="*/ 2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88">
                    <a:moveTo>
                      <a:pt x="12" y="23"/>
                    </a:moveTo>
                    <a:cubicBezTo>
                      <a:pt x="1" y="23"/>
                      <a:pt x="1" y="23"/>
                      <a:pt x="1" y="23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6" y="2"/>
                      <a:pt x="18" y="0"/>
                      <a:pt x="21" y="0"/>
                    </a:cubicBezTo>
                    <a:cubicBezTo>
                      <a:pt x="22" y="0"/>
                      <a:pt x="24" y="1"/>
                      <a:pt x="24" y="1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7" y="76"/>
                      <a:pt x="12" y="82"/>
                      <a:pt x="20" y="82"/>
                    </a:cubicBezTo>
                    <a:cubicBezTo>
                      <a:pt x="24" y="82"/>
                      <a:pt x="28" y="79"/>
                      <a:pt x="30" y="77"/>
                    </a:cubicBezTo>
                    <a:cubicBezTo>
                      <a:pt x="30" y="77"/>
                      <a:pt x="32" y="78"/>
                      <a:pt x="32" y="80"/>
                    </a:cubicBezTo>
                    <a:cubicBezTo>
                      <a:pt x="32" y="82"/>
                      <a:pt x="31" y="83"/>
                      <a:pt x="30" y="84"/>
                    </a:cubicBezTo>
                    <a:cubicBezTo>
                      <a:pt x="28" y="86"/>
                      <a:pt x="24" y="88"/>
                      <a:pt x="19" y="88"/>
                    </a:cubicBezTo>
                    <a:cubicBezTo>
                      <a:pt x="7" y="88"/>
                      <a:pt x="0" y="79"/>
                      <a:pt x="3" y="63"/>
                    </a:cubicBez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Freeform 29"/>
              <p:cNvSpPr>
                <a:spLocks noEditPoints="1"/>
              </p:cNvSpPr>
              <p:nvPr userDrawn="1"/>
            </p:nvSpPr>
            <p:spPr bwMode="auto">
              <a:xfrm>
                <a:off x="1485830" y="2579790"/>
                <a:ext cx="176131" cy="191738"/>
              </a:xfrm>
              <a:custGeom>
                <a:avLst/>
                <a:gdLst>
                  <a:gd name="T0" fmla="*/ 43 w 67"/>
                  <a:gd name="T1" fmla="*/ 0 h 73"/>
                  <a:gd name="T2" fmla="*/ 67 w 67"/>
                  <a:gd name="T3" fmla="*/ 18 h 73"/>
                  <a:gd name="T4" fmla="*/ 27 w 67"/>
                  <a:gd name="T5" fmla="*/ 39 h 73"/>
                  <a:gd name="T6" fmla="*/ 8 w 67"/>
                  <a:gd name="T7" fmla="*/ 38 h 73"/>
                  <a:gd name="T8" fmla="*/ 7 w 67"/>
                  <a:gd name="T9" fmla="*/ 44 h 73"/>
                  <a:gd name="T10" fmla="*/ 30 w 67"/>
                  <a:gd name="T11" fmla="*/ 67 h 73"/>
                  <a:gd name="T12" fmla="*/ 55 w 67"/>
                  <a:gd name="T13" fmla="*/ 55 h 73"/>
                  <a:gd name="T14" fmla="*/ 58 w 67"/>
                  <a:gd name="T15" fmla="*/ 58 h 73"/>
                  <a:gd name="T16" fmla="*/ 55 w 67"/>
                  <a:gd name="T17" fmla="*/ 64 h 73"/>
                  <a:gd name="T18" fmla="*/ 30 w 67"/>
                  <a:gd name="T19" fmla="*/ 73 h 73"/>
                  <a:gd name="T20" fmla="*/ 0 w 67"/>
                  <a:gd name="T21" fmla="*/ 45 h 73"/>
                  <a:gd name="T22" fmla="*/ 43 w 67"/>
                  <a:gd name="T23" fmla="*/ 0 h 73"/>
                  <a:gd name="T24" fmla="*/ 27 w 67"/>
                  <a:gd name="T25" fmla="*/ 33 h 73"/>
                  <a:gd name="T26" fmla="*/ 60 w 67"/>
                  <a:gd name="T27" fmla="*/ 18 h 73"/>
                  <a:gd name="T28" fmla="*/ 43 w 67"/>
                  <a:gd name="T29" fmla="*/ 7 h 73"/>
                  <a:gd name="T30" fmla="*/ 9 w 67"/>
                  <a:gd name="T31" fmla="*/ 32 h 73"/>
                  <a:gd name="T32" fmla="*/ 27 w 67"/>
                  <a:gd name="T33" fmla="*/ 3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7" h="73">
                    <a:moveTo>
                      <a:pt x="43" y="0"/>
                    </a:moveTo>
                    <a:cubicBezTo>
                      <a:pt x="59" y="0"/>
                      <a:pt x="67" y="8"/>
                      <a:pt x="67" y="18"/>
                    </a:cubicBezTo>
                    <a:cubicBezTo>
                      <a:pt x="67" y="30"/>
                      <a:pt x="59" y="39"/>
                      <a:pt x="27" y="39"/>
                    </a:cubicBezTo>
                    <a:cubicBezTo>
                      <a:pt x="21" y="39"/>
                      <a:pt x="15" y="39"/>
                      <a:pt x="8" y="38"/>
                    </a:cubicBezTo>
                    <a:cubicBezTo>
                      <a:pt x="7" y="40"/>
                      <a:pt x="7" y="42"/>
                      <a:pt x="7" y="44"/>
                    </a:cubicBezTo>
                    <a:cubicBezTo>
                      <a:pt x="7" y="57"/>
                      <a:pt x="15" y="67"/>
                      <a:pt x="30" y="67"/>
                    </a:cubicBezTo>
                    <a:cubicBezTo>
                      <a:pt x="41" y="67"/>
                      <a:pt x="49" y="62"/>
                      <a:pt x="55" y="55"/>
                    </a:cubicBezTo>
                    <a:cubicBezTo>
                      <a:pt x="55" y="54"/>
                      <a:pt x="58" y="56"/>
                      <a:pt x="58" y="58"/>
                    </a:cubicBezTo>
                    <a:cubicBezTo>
                      <a:pt x="58" y="60"/>
                      <a:pt x="57" y="61"/>
                      <a:pt x="55" y="64"/>
                    </a:cubicBezTo>
                    <a:cubicBezTo>
                      <a:pt x="49" y="70"/>
                      <a:pt x="41" y="73"/>
                      <a:pt x="30" y="73"/>
                    </a:cubicBezTo>
                    <a:cubicBezTo>
                      <a:pt x="11" y="73"/>
                      <a:pt x="0" y="61"/>
                      <a:pt x="0" y="45"/>
                    </a:cubicBezTo>
                    <a:cubicBezTo>
                      <a:pt x="0" y="20"/>
                      <a:pt x="19" y="0"/>
                      <a:pt x="43" y="0"/>
                    </a:cubicBezTo>
                    <a:close/>
                    <a:moveTo>
                      <a:pt x="27" y="33"/>
                    </a:moveTo>
                    <a:cubicBezTo>
                      <a:pt x="53" y="33"/>
                      <a:pt x="60" y="26"/>
                      <a:pt x="60" y="18"/>
                    </a:cubicBezTo>
                    <a:cubicBezTo>
                      <a:pt x="60" y="12"/>
                      <a:pt x="55" y="7"/>
                      <a:pt x="43" y="7"/>
                    </a:cubicBezTo>
                    <a:cubicBezTo>
                      <a:pt x="27" y="7"/>
                      <a:pt x="14" y="18"/>
                      <a:pt x="9" y="32"/>
                    </a:cubicBezTo>
                    <a:cubicBezTo>
                      <a:pt x="16" y="33"/>
                      <a:pt x="22" y="33"/>
                      <a:pt x="27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Freeform 30"/>
              <p:cNvSpPr>
                <a:spLocks noEditPoints="1"/>
              </p:cNvSpPr>
              <p:nvPr userDrawn="1"/>
            </p:nvSpPr>
            <p:spPr bwMode="auto">
              <a:xfrm>
                <a:off x="1680912" y="2579790"/>
                <a:ext cx="210689" cy="263082"/>
              </a:xfrm>
              <a:custGeom>
                <a:avLst/>
                <a:gdLst>
                  <a:gd name="T0" fmla="*/ 31 w 80"/>
                  <a:gd name="T1" fmla="*/ 94 h 100"/>
                  <a:gd name="T2" fmla="*/ 59 w 80"/>
                  <a:gd name="T3" fmla="*/ 69 h 100"/>
                  <a:gd name="T4" fmla="*/ 62 w 80"/>
                  <a:gd name="T5" fmla="*/ 56 h 100"/>
                  <a:gd name="T6" fmla="*/ 35 w 80"/>
                  <a:gd name="T7" fmla="*/ 70 h 100"/>
                  <a:gd name="T8" fmla="*/ 6 w 80"/>
                  <a:gd name="T9" fmla="*/ 40 h 100"/>
                  <a:gd name="T10" fmla="*/ 44 w 80"/>
                  <a:gd name="T11" fmla="*/ 0 h 100"/>
                  <a:gd name="T12" fmla="*/ 70 w 80"/>
                  <a:gd name="T13" fmla="*/ 18 h 100"/>
                  <a:gd name="T14" fmla="*/ 74 w 80"/>
                  <a:gd name="T15" fmla="*/ 2 h 100"/>
                  <a:gd name="T16" fmla="*/ 80 w 80"/>
                  <a:gd name="T17" fmla="*/ 2 h 100"/>
                  <a:gd name="T18" fmla="*/ 66 w 80"/>
                  <a:gd name="T19" fmla="*/ 69 h 100"/>
                  <a:gd name="T20" fmla="*/ 31 w 80"/>
                  <a:gd name="T21" fmla="*/ 100 h 100"/>
                  <a:gd name="T22" fmla="*/ 5 w 80"/>
                  <a:gd name="T23" fmla="*/ 91 h 100"/>
                  <a:gd name="T24" fmla="*/ 0 w 80"/>
                  <a:gd name="T25" fmla="*/ 82 h 100"/>
                  <a:gd name="T26" fmla="*/ 6 w 80"/>
                  <a:gd name="T27" fmla="*/ 77 h 100"/>
                  <a:gd name="T28" fmla="*/ 31 w 80"/>
                  <a:gd name="T29" fmla="*/ 94 h 100"/>
                  <a:gd name="T30" fmla="*/ 36 w 80"/>
                  <a:gd name="T31" fmla="*/ 64 h 100"/>
                  <a:gd name="T32" fmla="*/ 65 w 80"/>
                  <a:gd name="T33" fmla="*/ 40 h 100"/>
                  <a:gd name="T34" fmla="*/ 68 w 80"/>
                  <a:gd name="T35" fmla="*/ 28 h 100"/>
                  <a:gd name="T36" fmla="*/ 43 w 80"/>
                  <a:gd name="T37" fmla="*/ 7 h 100"/>
                  <a:gd name="T38" fmla="*/ 13 w 80"/>
                  <a:gd name="T39" fmla="*/ 40 h 100"/>
                  <a:gd name="T40" fmla="*/ 36 w 80"/>
                  <a:gd name="T41" fmla="*/ 6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100">
                    <a:moveTo>
                      <a:pt x="31" y="94"/>
                    </a:moveTo>
                    <a:cubicBezTo>
                      <a:pt x="46" y="94"/>
                      <a:pt x="56" y="85"/>
                      <a:pt x="59" y="69"/>
                    </a:cubicBezTo>
                    <a:cubicBezTo>
                      <a:pt x="62" y="56"/>
                      <a:pt x="62" y="56"/>
                      <a:pt x="62" y="56"/>
                    </a:cubicBezTo>
                    <a:cubicBezTo>
                      <a:pt x="56" y="65"/>
                      <a:pt x="47" y="70"/>
                      <a:pt x="35" y="70"/>
                    </a:cubicBezTo>
                    <a:cubicBezTo>
                      <a:pt x="20" y="70"/>
                      <a:pt x="6" y="60"/>
                      <a:pt x="6" y="40"/>
                    </a:cubicBezTo>
                    <a:cubicBezTo>
                      <a:pt x="6" y="20"/>
                      <a:pt x="22" y="0"/>
                      <a:pt x="44" y="0"/>
                    </a:cubicBezTo>
                    <a:cubicBezTo>
                      <a:pt x="57" y="0"/>
                      <a:pt x="67" y="8"/>
                      <a:pt x="70" y="18"/>
                    </a:cubicBezTo>
                    <a:cubicBezTo>
                      <a:pt x="74" y="2"/>
                      <a:pt x="74" y="2"/>
                      <a:pt x="74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66" y="69"/>
                      <a:pt x="66" y="69"/>
                      <a:pt x="66" y="69"/>
                    </a:cubicBezTo>
                    <a:cubicBezTo>
                      <a:pt x="62" y="89"/>
                      <a:pt x="50" y="100"/>
                      <a:pt x="31" y="100"/>
                    </a:cubicBezTo>
                    <a:cubicBezTo>
                      <a:pt x="18" y="100"/>
                      <a:pt x="10" y="96"/>
                      <a:pt x="5" y="91"/>
                    </a:cubicBezTo>
                    <a:cubicBezTo>
                      <a:pt x="2" y="88"/>
                      <a:pt x="0" y="84"/>
                      <a:pt x="0" y="82"/>
                    </a:cubicBezTo>
                    <a:cubicBezTo>
                      <a:pt x="0" y="77"/>
                      <a:pt x="5" y="76"/>
                      <a:pt x="6" y="77"/>
                    </a:cubicBezTo>
                    <a:cubicBezTo>
                      <a:pt x="8" y="86"/>
                      <a:pt x="16" y="94"/>
                      <a:pt x="31" y="94"/>
                    </a:cubicBezTo>
                    <a:close/>
                    <a:moveTo>
                      <a:pt x="36" y="64"/>
                    </a:moveTo>
                    <a:cubicBezTo>
                      <a:pt x="50" y="64"/>
                      <a:pt x="62" y="53"/>
                      <a:pt x="65" y="40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6" y="15"/>
                      <a:pt x="57" y="7"/>
                      <a:pt x="43" y="7"/>
                    </a:cubicBezTo>
                    <a:cubicBezTo>
                      <a:pt x="25" y="7"/>
                      <a:pt x="13" y="23"/>
                      <a:pt x="13" y="40"/>
                    </a:cubicBezTo>
                    <a:cubicBezTo>
                      <a:pt x="13" y="55"/>
                      <a:pt x="24" y="64"/>
                      <a:pt x="36" y="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" name="Freeform 31"/>
              <p:cNvSpPr>
                <a:spLocks/>
              </p:cNvSpPr>
              <p:nvPr userDrawn="1"/>
            </p:nvSpPr>
            <p:spPr bwMode="auto">
              <a:xfrm>
                <a:off x="1920585" y="2579790"/>
                <a:ext cx="129312" cy="186164"/>
              </a:xfrm>
              <a:custGeom>
                <a:avLst/>
                <a:gdLst>
                  <a:gd name="T0" fmla="*/ 14 w 49"/>
                  <a:gd name="T1" fmla="*/ 2 h 71"/>
                  <a:gd name="T2" fmla="*/ 16 w 49"/>
                  <a:gd name="T3" fmla="*/ 1 h 71"/>
                  <a:gd name="T4" fmla="*/ 20 w 49"/>
                  <a:gd name="T5" fmla="*/ 9 h 71"/>
                  <a:gd name="T6" fmla="*/ 18 w 49"/>
                  <a:gd name="T7" fmla="*/ 16 h 71"/>
                  <a:gd name="T8" fmla="*/ 38 w 49"/>
                  <a:gd name="T9" fmla="*/ 0 h 71"/>
                  <a:gd name="T10" fmla="*/ 49 w 49"/>
                  <a:gd name="T11" fmla="*/ 6 h 71"/>
                  <a:gd name="T12" fmla="*/ 46 w 49"/>
                  <a:gd name="T13" fmla="*/ 11 h 71"/>
                  <a:gd name="T14" fmla="*/ 37 w 49"/>
                  <a:gd name="T15" fmla="*/ 7 h 71"/>
                  <a:gd name="T16" fmla="*/ 13 w 49"/>
                  <a:gd name="T17" fmla="*/ 41 h 71"/>
                  <a:gd name="T18" fmla="*/ 7 w 49"/>
                  <a:gd name="T19" fmla="*/ 71 h 71"/>
                  <a:gd name="T20" fmla="*/ 0 w 49"/>
                  <a:gd name="T21" fmla="*/ 71 h 71"/>
                  <a:gd name="T22" fmla="*/ 14 w 49"/>
                  <a:gd name="T23" fmla="*/ 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9" h="71">
                    <a:moveTo>
                      <a:pt x="14" y="2"/>
                    </a:moveTo>
                    <a:cubicBezTo>
                      <a:pt x="14" y="2"/>
                      <a:pt x="15" y="1"/>
                      <a:pt x="16" y="1"/>
                    </a:cubicBezTo>
                    <a:cubicBezTo>
                      <a:pt x="19" y="1"/>
                      <a:pt x="21" y="3"/>
                      <a:pt x="20" y="9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23" y="5"/>
                      <a:pt x="30" y="0"/>
                      <a:pt x="38" y="0"/>
                    </a:cubicBezTo>
                    <a:cubicBezTo>
                      <a:pt x="44" y="0"/>
                      <a:pt x="49" y="3"/>
                      <a:pt x="49" y="6"/>
                    </a:cubicBezTo>
                    <a:cubicBezTo>
                      <a:pt x="49" y="10"/>
                      <a:pt x="46" y="11"/>
                      <a:pt x="46" y="11"/>
                    </a:cubicBezTo>
                    <a:cubicBezTo>
                      <a:pt x="44" y="9"/>
                      <a:pt x="41" y="7"/>
                      <a:pt x="37" y="7"/>
                    </a:cubicBezTo>
                    <a:cubicBezTo>
                      <a:pt x="25" y="7"/>
                      <a:pt x="17" y="20"/>
                      <a:pt x="13" y="4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0" y="71"/>
                      <a:pt x="0" y="71"/>
                      <a:pt x="0" y="71"/>
                    </a:cubicBez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Freeform 32"/>
              <p:cNvSpPr>
                <a:spLocks noEditPoints="1"/>
              </p:cNvSpPr>
              <p:nvPr userDrawn="1"/>
            </p:nvSpPr>
            <p:spPr bwMode="auto">
              <a:xfrm>
                <a:off x="2065503" y="2579790"/>
                <a:ext cx="197312" cy="191738"/>
              </a:xfrm>
              <a:custGeom>
                <a:avLst/>
                <a:gdLst>
                  <a:gd name="T0" fmla="*/ 39 w 75"/>
                  <a:gd name="T1" fmla="*/ 0 h 73"/>
                  <a:gd name="T2" fmla="*/ 65 w 75"/>
                  <a:gd name="T3" fmla="*/ 18 h 73"/>
                  <a:gd name="T4" fmla="*/ 68 w 75"/>
                  <a:gd name="T5" fmla="*/ 2 h 73"/>
                  <a:gd name="T6" fmla="*/ 75 w 75"/>
                  <a:gd name="T7" fmla="*/ 2 h 73"/>
                  <a:gd name="T8" fmla="*/ 63 w 75"/>
                  <a:gd name="T9" fmla="*/ 57 h 73"/>
                  <a:gd name="T10" fmla="*/ 70 w 75"/>
                  <a:gd name="T11" fmla="*/ 67 h 73"/>
                  <a:gd name="T12" fmla="*/ 65 w 75"/>
                  <a:gd name="T13" fmla="*/ 72 h 73"/>
                  <a:gd name="T14" fmla="*/ 56 w 75"/>
                  <a:gd name="T15" fmla="*/ 57 h 73"/>
                  <a:gd name="T16" fmla="*/ 56 w 75"/>
                  <a:gd name="T17" fmla="*/ 57 h 73"/>
                  <a:gd name="T18" fmla="*/ 29 w 75"/>
                  <a:gd name="T19" fmla="*/ 73 h 73"/>
                  <a:gd name="T20" fmla="*/ 0 w 75"/>
                  <a:gd name="T21" fmla="*/ 43 h 73"/>
                  <a:gd name="T22" fmla="*/ 39 w 75"/>
                  <a:gd name="T23" fmla="*/ 0 h 73"/>
                  <a:gd name="T24" fmla="*/ 30 w 75"/>
                  <a:gd name="T25" fmla="*/ 67 h 73"/>
                  <a:gd name="T26" fmla="*/ 60 w 75"/>
                  <a:gd name="T27" fmla="*/ 40 h 73"/>
                  <a:gd name="T28" fmla="*/ 63 w 75"/>
                  <a:gd name="T29" fmla="*/ 28 h 73"/>
                  <a:gd name="T30" fmla="*/ 38 w 75"/>
                  <a:gd name="T31" fmla="*/ 7 h 73"/>
                  <a:gd name="T32" fmla="*/ 7 w 75"/>
                  <a:gd name="T33" fmla="*/ 43 h 73"/>
                  <a:gd name="T34" fmla="*/ 30 w 75"/>
                  <a:gd name="T35" fmla="*/ 6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5" h="73">
                    <a:moveTo>
                      <a:pt x="39" y="0"/>
                    </a:moveTo>
                    <a:cubicBezTo>
                      <a:pt x="52" y="0"/>
                      <a:pt x="62" y="8"/>
                      <a:pt x="65" y="18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63" y="57"/>
                      <a:pt x="63" y="57"/>
                      <a:pt x="63" y="57"/>
                    </a:cubicBezTo>
                    <a:cubicBezTo>
                      <a:pt x="62" y="65"/>
                      <a:pt x="64" y="67"/>
                      <a:pt x="70" y="67"/>
                    </a:cubicBezTo>
                    <a:cubicBezTo>
                      <a:pt x="70" y="67"/>
                      <a:pt x="70" y="72"/>
                      <a:pt x="65" y="72"/>
                    </a:cubicBezTo>
                    <a:cubicBezTo>
                      <a:pt x="58" y="72"/>
                      <a:pt x="54" y="67"/>
                      <a:pt x="56" y="57"/>
                    </a:cubicBezTo>
                    <a:cubicBezTo>
                      <a:pt x="56" y="57"/>
                      <a:pt x="56" y="57"/>
                      <a:pt x="56" y="57"/>
                    </a:cubicBezTo>
                    <a:cubicBezTo>
                      <a:pt x="50" y="67"/>
                      <a:pt x="40" y="73"/>
                      <a:pt x="29" y="73"/>
                    </a:cubicBezTo>
                    <a:cubicBezTo>
                      <a:pt x="13" y="73"/>
                      <a:pt x="0" y="62"/>
                      <a:pt x="0" y="43"/>
                    </a:cubicBezTo>
                    <a:cubicBezTo>
                      <a:pt x="0" y="22"/>
                      <a:pt x="16" y="0"/>
                      <a:pt x="39" y="0"/>
                    </a:cubicBezTo>
                    <a:close/>
                    <a:moveTo>
                      <a:pt x="30" y="67"/>
                    </a:moveTo>
                    <a:cubicBezTo>
                      <a:pt x="45" y="67"/>
                      <a:pt x="57" y="54"/>
                      <a:pt x="60" y="40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0" y="16"/>
                      <a:pt x="52" y="7"/>
                      <a:pt x="38" y="7"/>
                    </a:cubicBezTo>
                    <a:cubicBezTo>
                      <a:pt x="19" y="7"/>
                      <a:pt x="7" y="25"/>
                      <a:pt x="7" y="43"/>
                    </a:cubicBezTo>
                    <a:cubicBezTo>
                      <a:pt x="7" y="58"/>
                      <a:pt x="17" y="67"/>
                      <a:pt x="30" y="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Freeform 33"/>
              <p:cNvSpPr>
                <a:spLocks/>
              </p:cNvSpPr>
              <p:nvPr userDrawn="1"/>
            </p:nvSpPr>
            <p:spPr bwMode="auto">
              <a:xfrm>
                <a:off x="2299602" y="2539659"/>
                <a:ext cx="113705" cy="231869"/>
              </a:xfrm>
              <a:custGeom>
                <a:avLst/>
                <a:gdLst>
                  <a:gd name="T0" fmla="*/ 12 w 43"/>
                  <a:gd name="T1" fmla="*/ 23 h 88"/>
                  <a:gd name="T2" fmla="*/ 1 w 43"/>
                  <a:gd name="T3" fmla="*/ 23 h 88"/>
                  <a:gd name="T4" fmla="*/ 2 w 43"/>
                  <a:gd name="T5" fmla="*/ 17 h 88"/>
                  <a:gd name="T6" fmla="*/ 14 w 43"/>
                  <a:gd name="T7" fmla="*/ 17 h 88"/>
                  <a:gd name="T8" fmla="*/ 16 w 43"/>
                  <a:gd name="T9" fmla="*/ 7 h 88"/>
                  <a:gd name="T10" fmla="*/ 21 w 43"/>
                  <a:gd name="T11" fmla="*/ 0 h 88"/>
                  <a:gd name="T12" fmla="*/ 24 w 43"/>
                  <a:gd name="T13" fmla="*/ 1 h 88"/>
                  <a:gd name="T14" fmla="*/ 21 w 43"/>
                  <a:gd name="T15" fmla="*/ 17 h 88"/>
                  <a:gd name="T16" fmla="*/ 43 w 43"/>
                  <a:gd name="T17" fmla="*/ 17 h 88"/>
                  <a:gd name="T18" fmla="*/ 42 w 43"/>
                  <a:gd name="T19" fmla="*/ 23 h 88"/>
                  <a:gd name="T20" fmla="*/ 19 w 43"/>
                  <a:gd name="T21" fmla="*/ 23 h 88"/>
                  <a:gd name="T22" fmla="*/ 11 w 43"/>
                  <a:gd name="T23" fmla="*/ 63 h 88"/>
                  <a:gd name="T24" fmla="*/ 21 w 43"/>
                  <a:gd name="T25" fmla="*/ 82 h 88"/>
                  <a:gd name="T26" fmla="*/ 31 w 43"/>
                  <a:gd name="T27" fmla="*/ 77 h 88"/>
                  <a:gd name="T28" fmla="*/ 32 w 43"/>
                  <a:gd name="T29" fmla="*/ 80 h 88"/>
                  <a:gd name="T30" fmla="*/ 31 w 43"/>
                  <a:gd name="T31" fmla="*/ 84 h 88"/>
                  <a:gd name="T32" fmla="*/ 20 w 43"/>
                  <a:gd name="T33" fmla="*/ 88 h 88"/>
                  <a:gd name="T34" fmla="*/ 4 w 43"/>
                  <a:gd name="T35" fmla="*/ 63 h 88"/>
                  <a:gd name="T36" fmla="*/ 12 w 43"/>
                  <a:gd name="T37" fmla="*/ 2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3" h="88">
                    <a:moveTo>
                      <a:pt x="12" y="23"/>
                    </a:moveTo>
                    <a:cubicBezTo>
                      <a:pt x="1" y="23"/>
                      <a:pt x="1" y="23"/>
                      <a:pt x="1" y="23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7" y="2"/>
                      <a:pt x="18" y="0"/>
                      <a:pt x="21" y="0"/>
                    </a:cubicBezTo>
                    <a:cubicBezTo>
                      <a:pt x="23" y="0"/>
                      <a:pt x="24" y="1"/>
                      <a:pt x="24" y="1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42" y="23"/>
                      <a:pt x="42" y="23"/>
                      <a:pt x="42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8" y="76"/>
                      <a:pt x="12" y="82"/>
                      <a:pt x="21" y="82"/>
                    </a:cubicBezTo>
                    <a:cubicBezTo>
                      <a:pt x="25" y="82"/>
                      <a:pt x="29" y="79"/>
                      <a:pt x="31" y="77"/>
                    </a:cubicBezTo>
                    <a:cubicBezTo>
                      <a:pt x="31" y="77"/>
                      <a:pt x="32" y="78"/>
                      <a:pt x="32" y="80"/>
                    </a:cubicBezTo>
                    <a:cubicBezTo>
                      <a:pt x="32" y="82"/>
                      <a:pt x="32" y="83"/>
                      <a:pt x="31" y="84"/>
                    </a:cubicBezTo>
                    <a:cubicBezTo>
                      <a:pt x="28" y="86"/>
                      <a:pt x="24" y="88"/>
                      <a:pt x="20" y="88"/>
                    </a:cubicBezTo>
                    <a:cubicBezTo>
                      <a:pt x="7" y="88"/>
                      <a:pt x="0" y="79"/>
                      <a:pt x="4" y="63"/>
                    </a:cubicBez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Freeform 34"/>
              <p:cNvSpPr>
                <a:spLocks noEditPoints="1"/>
              </p:cNvSpPr>
              <p:nvPr userDrawn="1"/>
            </p:nvSpPr>
            <p:spPr bwMode="auto">
              <a:xfrm>
                <a:off x="2431143" y="2579790"/>
                <a:ext cx="177246" cy="191738"/>
              </a:xfrm>
              <a:custGeom>
                <a:avLst/>
                <a:gdLst>
                  <a:gd name="T0" fmla="*/ 43 w 67"/>
                  <a:gd name="T1" fmla="*/ 0 h 73"/>
                  <a:gd name="T2" fmla="*/ 67 w 67"/>
                  <a:gd name="T3" fmla="*/ 18 h 73"/>
                  <a:gd name="T4" fmla="*/ 27 w 67"/>
                  <a:gd name="T5" fmla="*/ 39 h 73"/>
                  <a:gd name="T6" fmla="*/ 7 w 67"/>
                  <a:gd name="T7" fmla="*/ 38 h 73"/>
                  <a:gd name="T8" fmla="*/ 7 w 67"/>
                  <a:gd name="T9" fmla="*/ 44 h 73"/>
                  <a:gd name="T10" fmla="*/ 30 w 67"/>
                  <a:gd name="T11" fmla="*/ 67 h 73"/>
                  <a:gd name="T12" fmla="*/ 54 w 67"/>
                  <a:gd name="T13" fmla="*/ 55 h 73"/>
                  <a:gd name="T14" fmla="*/ 58 w 67"/>
                  <a:gd name="T15" fmla="*/ 58 h 73"/>
                  <a:gd name="T16" fmla="*/ 54 w 67"/>
                  <a:gd name="T17" fmla="*/ 64 h 73"/>
                  <a:gd name="T18" fmla="*/ 29 w 67"/>
                  <a:gd name="T19" fmla="*/ 73 h 73"/>
                  <a:gd name="T20" fmla="*/ 0 w 67"/>
                  <a:gd name="T21" fmla="*/ 45 h 73"/>
                  <a:gd name="T22" fmla="*/ 43 w 67"/>
                  <a:gd name="T23" fmla="*/ 0 h 73"/>
                  <a:gd name="T24" fmla="*/ 26 w 67"/>
                  <a:gd name="T25" fmla="*/ 33 h 73"/>
                  <a:gd name="T26" fmla="*/ 60 w 67"/>
                  <a:gd name="T27" fmla="*/ 18 h 73"/>
                  <a:gd name="T28" fmla="*/ 42 w 67"/>
                  <a:gd name="T29" fmla="*/ 7 h 73"/>
                  <a:gd name="T30" fmla="*/ 9 w 67"/>
                  <a:gd name="T31" fmla="*/ 32 h 73"/>
                  <a:gd name="T32" fmla="*/ 26 w 67"/>
                  <a:gd name="T33" fmla="*/ 3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7" h="73">
                    <a:moveTo>
                      <a:pt x="43" y="0"/>
                    </a:moveTo>
                    <a:cubicBezTo>
                      <a:pt x="58" y="0"/>
                      <a:pt x="67" y="8"/>
                      <a:pt x="67" y="18"/>
                    </a:cubicBezTo>
                    <a:cubicBezTo>
                      <a:pt x="67" y="30"/>
                      <a:pt x="58" y="39"/>
                      <a:pt x="27" y="39"/>
                    </a:cubicBezTo>
                    <a:cubicBezTo>
                      <a:pt x="21" y="39"/>
                      <a:pt x="15" y="39"/>
                      <a:pt x="7" y="38"/>
                    </a:cubicBezTo>
                    <a:cubicBezTo>
                      <a:pt x="7" y="40"/>
                      <a:pt x="7" y="42"/>
                      <a:pt x="7" y="44"/>
                    </a:cubicBezTo>
                    <a:cubicBezTo>
                      <a:pt x="7" y="57"/>
                      <a:pt x="15" y="67"/>
                      <a:pt x="30" y="67"/>
                    </a:cubicBezTo>
                    <a:cubicBezTo>
                      <a:pt x="41" y="67"/>
                      <a:pt x="49" y="62"/>
                      <a:pt x="54" y="55"/>
                    </a:cubicBezTo>
                    <a:cubicBezTo>
                      <a:pt x="54" y="54"/>
                      <a:pt x="58" y="56"/>
                      <a:pt x="58" y="58"/>
                    </a:cubicBezTo>
                    <a:cubicBezTo>
                      <a:pt x="58" y="60"/>
                      <a:pt x="57" y="61"/>
                      <a:pt x="54" y="64"/>
                    </a:cubicBezTo>
                    <a:cubicBezTo>
                      <a:pt x="48" y="70"/>
                      <a:pt x="40" y="73"/>
                      <a:pt x="29" y="73"/>
                    </a:cubicBezTo>
                    <a:cubicBezTo>
                      <a:pt x="10" y="73"/>
                      <a:pt x="0" y="61"/>
                      <a:pt x="0" y="45"/>
                    </a:cubicBezTo>
                    <a:cubicBezTo>
                      <a:pt x="0" y="20"/>
                      <a:pt x="18" y="0"/>
                      <a:pt x="43" y="0"/>
                    </a:cubicBezTo>
                    <a:close/>
                    <a:moveTo>
                      <a:pt x="26" y="33"/>
                    </a:moveTo>
                    <a:cubicBezTo>
                      <a:pt x="53" y="33"/>
                      <a:pt x="60" y="26"/>
                      <a:pt x="60" y="18"/>
                    </a:cubicBezTo>
                    <a:cubicBezTo>
                      <a:pt x="60" y="12"/>
                      <a:pt x="54" y="7"/>
                      <a:pt x="42" y="7"/>
                    </a:cubicBezTo>
                    <a:cubicBezTo>
                      <a:pt x="27" y="7"/>
                      <a:pt x="13" y="18"/>
                      <a:pt x="9" y="32"/>
                    </a:cubicBezTo>
                    <a:cubicBezTo>
                      <a:pt x="15" y="33"/>
                      <a:pt x="21" y="33"/>
                      <a:pt x="26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 35"/>
              <p:cNvSpPr>
                <a:spLocks noEditPoints="1"/>
              </p:cNvSpPr>
              <p:nvPr userDrawn="1"/>
            </p:nvSpPr>
            <p:spPr bwMode="auto">
              <a:xfrm>
                <a:off x="2639603" y="2505101"/>
                <a:ext cx="212918" cy="266427"/>
              </a:xfrm>
              <a:custGeom>
                <a:avLst/>
                <a:gdLst>
                  <a:gd name="T0" fmla="*/ 38 w 81"/>
                  <a:gd name="T1" fmla="*/ 28 h 101"/>
                  <a:gd name="T2" fmla="*/ 65 w 81"/>
                  <a:gd name="T3" fmla="*/ 46 h 101"/>
                  <a:gd name="T4" fmla="*/ 74 w 81"/>
                  <a:gd name="T5" fmla="*/ 0 h 101"/>
                  <a:gd name="T6" fmla="*/ 81 w 81"/>
                  <a:gd name="T7" fmla="*/ 0 h 101"/>
                  <a:gd name="T8" fmla="*/ 63 w 81"/>
                  <a:gd name="T9" fmla="*/ 85 h 101"/>
                  <a:gd name="T10" fmla="*/ 70 w 81"/>
                  <a:gd name="T11" fmla="*/ 95 h 101"/>
                  <a:gd name="T12" fmla="*/ 65 w 81"/>
                  <a:gd name="T13" fmla="*/ 100 h 101"/>
                  <a:gd name="T14" fmla="*/ 56 w 81"/>
                  <a:gd name="T15" fmla="*/ 86 h 101"/>
                  <a:gd name="T16" fmla="*/ 29 w 81"/>
                  <a:gd name="T17" fmla="*/ 101 h 101"/>
                  <a:gd name="T18" fmla="*/ 0 w 81"/>
                  <a:gd name="T19" fmla="*/ 70 h 101"/>
                  <a:gd name="T20" fmla="*/ 38 w 81"/>
                  <a:gd name="T21" fmla="*/ 28 h 101"/>
                  <a:gd name="T22" fmla="*/ 30 w 81"/>
                  <a:gd name="T23" fmla="*/ 95 h 101"/>
                  <a:gd name="T24" fmla="*/ 60 w 81"/>
                  <a:gd name="T25" fmla="*/ 69 h 101"/>
                  <a:gd name="T26" fmla="*/ 63 w 81"/>
                  <a:gd name="T27" fmla="*/ 56 h 101"/>
                  <a:gd name="T28" fmla="*/ 37 w 81"/>
                  <a:gd name="T29" fmla="*/ 35 h 101"/>
                  <a:gd name="T30" fmla="*/ 7 w 81"/>
                  <a:gd name="T31" fmla="*/ 70 h 101"/>
                  <a:gd name="T32" fmla="*/ 30 w 81"/>
                  <a:gd name="T33" fmla="*/ 9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1" h="101">
                    <a:moveTo>
                      <a:pt x="38" y="28"/>
                    </a:moveTo>
                    <a:cubicBezTo>
                      <a:pt x="51" y="28"/>
                      <a:pt x="61" y="36"/>
                      <a:pt x="65" y="46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63" y="85"/>
                      <a:pt x="63" y="85"/>
                      <a:pt x="63" y="85"/>
                    </a:cubicBezTo>
                    <a:cubicBezTo>
                      <a:pt x="61" y="93"/>
                      <a:pt x="64" y="95"/>
                      <a:pt x="70" y="95"/>
                    </a:cubicBezTo>
                    <a:cubicBezTo>
                      <a:pt x="70" y="95"/>
                      <a:pt x="70" y="100"/>
                      <a:pt x="65" y="100"/>
                    </a:cubicBezTo>
                    <a:cubicBezTo>
                      <a:pt x="58" y="100"/>
                      <a:pt x="54" y="96"/>
                      <a:pt x="56" y="86"/>
                    </a:cubicBezTo>
                    <a:cubicBezTo>
                      <a:pt x="49" y="95"/>
                      <a:pt x="41" y="101"/>
                      <a:pt x="29" y="101"/>
                    </a:cubicBezTo>
                    <a:cubicBezTo>
                      <a:pt x="14" y="101"/>
                      <a:pt x="0" y="90"/>
                      <a:pt x="0" y="70"/>
                    </a:cubicBezTo>
                    <a:cubicBezTo>
                      <a:pt x="0" y="49"/>
                      <a:pt x="16" y="28"/>
                      <a:pt x="38" y="28"/>
                    </a:cubicBezTo>
                    <a:close/>
                    <a:moveTo>
                      <a:pt x="30" y="95"/>
                    </a:moveTo>
                    <a:cubicBezTo>
                      <a:pt x="45" y="95"/>
                      <a:pt x="57" y="83"/>
                      <a:pt x="60" y="69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60" y="44"/>
                      <a:pt x="51" y="35"/>
                      <a:pt x="37" y="35"/>
                    </a:cubicBezTo>
                    <a:cubicBezTo>
                      <a:pt x="19" y="35"/>
                      <a:pt x="7" y="52"/>
                      <a:pt x="7" y="70"/>
                    </a:cubicBezTo>
                    <a:cubicBezTo>
                      <a:pt x="7" y="85"/>
                      <a:pt x="18" y="95"/>
                      <a:pt x="30" y="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Freeform 36"/>
              <p:cNvSpPr>
                <a:spLocks noEditPoints="1"/>
              </p:cNvSpPr>
              <p:nvPr userDrawn="1"/>
            </p:nvSpPr>
            <p:spPr bwMode="auto">
              <a:xfrm>
                <a:off x="1748913" y="2334544"/>
                <a:ext cx="137115" cy="166099"/>
              </a:xfrm>
              <a:custGeom>
                <a:avLst/>
                <a:gdLst>
                  <a:gd name="T0" fmla="*/ 6 w 52"/>
                  <a:gd name="T1" fmla="*/ 63 h 63"/>
                  <a:gd name="T2" fmla="*/ 0 w 52"/>
                  <a:gd name="T3" fmla="*/ 63 h 63"/>
                  <a:gd name="T4" fmla="*/ 13 w 52"/>
                  <a:gd name="T5" fmla="*/ 1 h 63"/>
                  <a:gd name="T6" fmla="*/ 14 w 52"/>
                  <a:gd name="T7" fmla="*/ 1 h 63"/>
                  <a:gd name="T8" fmla="*/ 18 w 52"/>
                  <a:gd name="T9" fmla="*/ 7 h 63"/>
                  <a:gd name="T10" fmla="*/ 18 w 52"/>
                  <a:gd name="T11" fmla="*/ 8 h 63"/>
                  <a:gd name="T12" fmla="*/ 34 w 52"/>
                  <a:gd name="T13" fmla="*/ 0 h 63"/>
                  <a:gd name="T14" fmla="*/ 52 w 52"/>
                  <a:gd name="T15" fmla="*/ 20 h 63"/>
                  <a:gd name="T16" fmla="*/ 28 w 52"/>
                  <a:gd name="T17" fmla="*/ 46 h 63"/>
                  <a:gd name="T18" fmla="*/ 11 w 52"/>
                  <a:gd name="T19" fmla="*/ 37 h 63"/>
                  <a:gd name="T20" fmla="*/ 6 w 52"/>
                  <a:gd name="T21" fmla="*/ 63 h 63"/>
                  <a:gd name="T22" fmla="*/ 28 w 52"/>
                  <a:gd name="T23" fmla="*/ 41 h 63"/>
                  <a:gd name="T24" fmla="*/ 46 w 52"/>
                  <a:gd name="T25" fmla="*/ 20 h 63"/>
                  <a:gd name="T26" fmla="*/ 33 w 52"/>
                  <a:gd name="T27" fmla="*/ 5 h 63"/>
                  <a:gd name="T28" fmla="*/ 16 w 52"/>
                  <a:gd name="T29" fmla="*/ 16 h 63"/>
                  <a:gd name="T30" fmla="*/ 14 w 52"/>
                  <a:gd name="T31" fmla="*/ 25 h 63"/>
                  <a:gd name="T32" fmla="*/ 28 w 52"/>
                  <a:gd name="T33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3">
                    <a:moveTo>
                      <a:pt x="6" y="63"/>
                    </a:moveTo>
                    <a:cubicBezTo>
                      <a:pt x="0" y="63"/>
                      <a:pt x="0" y="63"/>
                      <a:pt x="0" y="6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4" y="1"/>
                      <a:pt x="14" y="1"/>
                    </a:cubicBezTo>
                    <a:cubicBezTo>
                      <a:pt x="17" y="1"/>
                      <a:pt x="19" y="2"/>
                      <a:pt x="18" y="7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2" y="3"/>
                      <a:pt x="27" y="0"/>
                      <a:pt x="34" y="0"/>
                    </a:cubicBezTo>
                    <a:cubicBezTo>
                      <a:pt x="43" y="0"/>
                      <a:pt x="52" y="7"/>
                      <a:pt x="52" y="20"/>
                    </a:cubicBezTo>
                    <a:cubicBezTo>
                      <a:pt x="52" y="33"/>
                      <a:pt x="42" y="46"/>
                      <a:pt x="28" y="46"/>
                    </a:cubicBezTo>
                    <a:cubicBezTo>
                      <a:pt x="20" y="46"/>
                      <a:pt x="14" y="42"/>
                      <a:pt x="11" y="37"/>
                    </a:cubicBezTo>
                    <a:lnTo>
                      <a:pt x="6" y="63"/>
                    </a:lnTo>
                    <a:close/>
                    <a:moveTo>
                      <a:pt x="28" y="41"/>
                    </a:moveTo>
                    <a:cubicBezTo>
                      <a:pt x="39" y="41"/>
                      <a:pt x="46" y="30"/>
                      <a:pt x="46" y="20"/>
                    </a:cubicBezTo>
                    <a:cubicBezTo>
                      <a:pt x="46" y="10"/>
                      <a:pt x="40" y="5"/>
                      <a:pt x="33" y="5"/>
                    </a:cubicBezTo>
                    <a:cubicBezTo>
                      <a:pt x="26" y="5"/>
                      <a:pt x="19" y="10"/>
                      <a:pt x="16" y="16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3" y="33"/>
                      <a:pt x="18" y="41"/>
                      <a:pt x="28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 37"/>
              <p:cNvSpPr>
                <a:spLocks/>
              </p:cNvSpPr>
              <p:nvPr userDrawn="1"/>
            </p:nvSpPr>
            <p:spPr bwMode="auto">
              <a:xfrm>
                <a:off x="1904978" y="2334544"/>
                <a:ext cx="86951" cy="118164"/>
              </a:xfrm>
              <a:custGeom>
                <a:avLst/>
                <a:gdLst>
                  <a:gd name="T0" fmla="*/ 10 w 33"/>
                  <a:gd name="T1" fmla="*/ 1 h 45"/>
                  <a:gd name="T2" fmla="*/ 11 w 33"/>
                  <a:gd name="T3" fmla="*/ 1 h 45"/>
                  <a:gd name="T4" fmla="*/ 15 w 33"/>
                  <a:gd name="T5" fmla="*/ 7 h 45"/>
                  <a:gd name="T6" fmla="*/ 14 w 33"/>
                  <a:gd name="T7" fmla="*/ 9 h 45"/>
                  <a:gd name="T8" fmla="*/ 27 w 33"/>
                  <a:gd name="T9" fmla="*/ 0 h 45"/>
                  <a:gd name="T10" fmla="*/ 33 w 33"/>
                  <a:gd name="T11" fmla="*/ 4 h 45"/>
                  <a:gd name="T12" fmla="*/ 31 w 33"/>
                  <a:gd name="T13" fmla="*/ 8 h 45"/>
                  <a:gd name="T14" fmla="*/ 25 w 33"/>
                  <a:gd name="T15" fmla="*/ 6 h 45"/>
                  <a:gd name="T16" fmla="*/ 10 w 33"/>
                  <a:gd name="T17" fmla="*/ 27 h 45"/>
                  <a:gd name="T18" fmla="*/ 6 w 33"/>
                  <a:gd name="T19" fmla="*/ 45 h 45"/>
                  <a:gd name="T20" fmla="*/ 0 w 33"/>
                  <a:gd name="T21" fmla="*/ 45 h 45"/>
                  <a:gd name="T22" fmla="*/ 10 w 33"/>
                  <a:gd name="T23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45">
                    <a:moveTo>
                      <a:pt x="10" y="1"/>
                    </a:moveTo>
                    <a:cubicBezTo>
                      <a:pt x="10" y="1"/>
                      <a:pt x="10" y="1"/>
                      <a:pt x="11" y="1"/>
                    </a:cubicBezTo>
                    <a:cubicBezTo>
                      <a:pt x="14" y="1"/>
                      <a:pt x="16" y="2"/>
                      <a:pt x="15" y="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7" y="3"/>
                      <a:pt x="21" y="0"/>
                      <a:pt x="27" y="0"/>
                    </a:cubicBezTo>
                    <a:cubicBezTo>
                      <a:pt x="30" y="0"/>
                      <a:pt x="33" y="2"/>
                      <a:pt x="33" y="4"/>
                    </a:cubicBezTo>
                    <a:cubicBezTo>
                      <a:pt x="33" y="7"/>
                      <a:pt x="31" y="8"/>
                      <a:pt x="31" y="8"/>
                    </a:cubicBezTo>
                    <a:cubicBezTo>
                      <a:pt x="29" y="7"/>
                      <a:pt x="28" y="6"/>
                      <a:pt x="25" y="6"/>
                    </a:cubicBezTo>
                    <a:cubicBezTo>
                      <a:pt x="18" y="6"/>
                      <a:pt x="13" y="15"/>
                      <a:pt x="10" y="27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" name="Freeform 38"/>
              <p:cNvSpPr>
                <a:spLocks noEditPoints="1"/>
              </p:cNvSpPr>
              <p:nvPr userDrawn="1"/>
            </p:nvSpPr>
            <p:spPr bwMode="auto">
              <a:xfrm>
                <a:off x="1999733" y="2334544"/>
                <a:ext cx="115935" cy="121508"/>
              </a:xfrm>
              <a:custGeom>
                <a:avLst/>
                <a:gdLst>
                  <a:gd name="T0" fmla="*/ 28 w 44"/>
                  <a:gd name="T1" fmla="*/ 0 h 46"/>
                  <a:gd name="T2" fmla="*/ 44 w 44"/>
                  <a:gd name="T3" fmla="*/ 12 h 46"/>
                  <a:gd name="T4" fmla="*/ 18 w 44"/>
                  <a:gd name="T5" fmla="*/ 26 h 46"/>
                  <a:gd name="T6" fmla="*/ 6 w 44"/>
                  <a:gd name="T7" fmla="*/ 25 h 46"/>
                  <a:gd name="T8" fmla="*/ 6 w 44"/>
                  <a:gd name="T9" fmla="*/ 28 h 46"/>
                  <a:gd name="T10" fmla="*/ 19 w 44"/>
                  <a:gd name="T11" fmla="*/ 41 h 46"/>
                  <a:gd name="T12" fmla="*/ 34 w 44"/>
                  <a:gd name="T13" fmla="*/ 34 h 46"/>
                  <a:gd name="T14" fmla="*/ 38 w 44"/>
                  <a:gd name="T15" fmla="*/ 37 h 46"/>
                  <a:gd name="T16" fmla="*/ 36 w 44"/>
                  <a:gd name="T17" fmla="*/ 41 h 46"/>
                  <a:gd name="T18" fmla="*/ 19 w 44"/>
                  <a:gd name="T19" fmla="*/ 46 h 46"/>
                  <a:gd name="T20" fmla="*/ 0 w 44"/>
                  <a:gd name="T21" fmla="*/ 28 h 46"/>
                  <a:gd name="T22" fmla="*/ 28 w 44"/>
                  <a:gd name="T23" fmla="*/ 0 h 46"/>
                  <a:gd name="T24" fmla="*/ 17 w 44"/>
                  <a:gd name="T25" fmla="*/ 21 h 46"/>
                  <a:gd name="T26" fmla="*/ 38 w 44"/>
                  <a:gd name="T27" fmla="*/ 12 h 46"/>
                  <a:gd name="T28" fmla="*/ 28 w 44"/>
                  <a:gd name="T29" fmla="*/ 5 h 46"/>
                  <a:gd name="T30" fmla="*/ 8 w 44"/>
                  <a:gd name="T31" fmla="*/ 20 h 46"/>
                  <a:gd name="T32" fmla="*/ 17 w 44"/>
                  <a:gd name="T33" fmla="*/ 2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" h="46">
                    <a:moveTo>
                      <a:pt x="28" y="0"/>
                    </a:moveTo>
                    <a:cubicBezTo>
                      <a:pt x="38" y="0"/>
                      <a:pt x="44" y="5"/>
                      <a:pt x="44" y="12"/>
                    </a:cubicBezTo>
                    <a:cubicBezTo>
                      <a:pt x="44" y="21"/>
                      <a:pt x="38" y="26"/>
                      <a:pt x="18" y="26"/>
                    </a:cubicBezTo>
                    <a:cubicBezTo>
                      <a:pt x="15" y="26"/>
                      <a:pt x="11" y="26"/>
                      <a:pt x="6" y="25"/>
                    </a:cubicBezTo>
                    <a:cubicBezTo>
                      <a:pt x="6" y="26"/>
                      <a:pt x="6" y="27"/>
                      <a:pt x="6" y="28"/>
                    </a:cubicBezTo>
                    <a:cubicBezTo>
                      <a:pt x="6" y="36"/>
                      <a:pt x="11" y="41"/>
                      <a:pt x="19" y="41"/>
                    </a:cubicBezTo>
                    <a:cubicBezTo>
                      <a:pt x="26" y="41"/>
                      <a:pt x="31" y="39"/>
                      <a:pt x="34" y="34"/>
                    </a:cubicBezTo>
                    <a:cubicBezTo>
                      <a:pt x="35" y="34"/>
                      <a:pt x="38" y="35"/>
                      <a:pt x="38" y="37"/>
                    </a:cubicBezTo>
                    <a:cubicBezTo>
                      <a:pt x="38" y="38"/>
                      <a:pt x="37" y="39"/>
                      <a:pt x="36" y="41"/>
                    </a:cubicBezTo>
                    <a:cubicBezTo>
                      <a:pt x="32" y="45"/>
                      <a:pt x="27" y="46"/>
                      <a:pt x="19" y="46"/>
                    </a:cubicBezTo>
                    <a:cubicBezTo>
                      <a:pt x="7" y="46"/>
                      <a:pt x="0" y="39"/>
                      <a:pt x="0" y="28"/>
                    </a:cubicBezTo>
                    <a:cubicBezTo>
                      <a:pt x="0" y="12"/>
                      <a:pt x="12" y="0"/>
                      <a:pt x="28" y="0"/>
                    </a:cubicBezTo>
                    <a:close/>
                    <a:moveTo>
                      <a:pt x="17" y="21"/>
                    </a:moveTo>
                    <a:cubicBezTo>
                      <a:pt x="33" y="21"/>
                      <a:pt x="38" y="16"/>
                      <a:pt x="38" y="12"/>
                    </a:cubicBezTo>
                    <a:cubicBezTo>
                      <a:pt x="38" y="9"/>
                      <a:pt x="34" y="5"/>
                      <a:pt x="28" y="5"/>
                    </a:cubicBezTo>
                    <a:cubicBezTo>
                      <a:pt x="18" y="5"/>
                      <a:pt x="11" y="12"/>
                      <a:pt x="8" y="20"/>
                    </a:cubicBezTo>
                    <a:cubicBezTo>
                      <a:pt x="11" y="21"/>
                      <a:pt x="15" y="21"/>
                      <a:pt x="17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Freeform 39"/>
              <p:cNvSpPr>
                <a:spLocks/>
              </p:cNvSpPr>
              <p:nvPr userDrawn="1"/>
            </p:nvSpPr>
            <p:spPr bwMode="auto">
              <a:xfrm>
                <a:off x="2129044" y="2334544"/>
                <a:ext cx="193968" cy="121508"/>
              </a:xfrm>
              <a:custGeom>
                <a:avLst/>
                <a:gdLst>
                  <a:gd name="T0" fmla="*/ 9 w 74"/>
                  <a:gd name="T1" fmla="*/ 1 h 46"/>
                  <a:gd name="T2" fmla="*/ 11 w 74"/>
                  <a:gd name="T3" fmla="*/ 1 h 46"/>
                  <a:gd name="T4" fmla="*/ 14 w 74"/>
                  <a:gd name="T5" fmla="*/ 7 h 46"/>
                  <a:gd name="T6" fmla="*/ 14 w 74"/>
                  <a:gd name="T7" fmla="*/ 7 h 46"/>
                  <a:gd name="T8" fmla="*/ 28 w 74"/>
                  <a:gd name="T9" fmla="*/ 0 h 46"/>
                  <a:gd name="T10" fmla="*/ 42 w 74"/>
                  <a:gd name="T11" fmla="*/ 10 h 46"/>
                  <a:gd name="T12" fmla="*/ 59 w 74"/>
                  <a:gd name="T13" fmla="*/ 0 h 46"/>
                  <a:gd name="T14" fmla="*/ 74 w 74"/>
                  <a:gd name="T15" fmla="*/ 15 h 46"/>
                  <a:gd name="T16" fmla="*/ 71 w 74"/>
                  <a:gd name="T17" fmla="*/ 28 h 46"/>
                  <a:gd name="T18" fmla="*/ 69 w 74"/>
                  <a:gd name="T19" fmla="*/ 39 h 46"/>
                  <a:gd name="T20" fmla="*/ 73 w 74"/>
                  <a:gd name="T21" fmla="*/ 42 h 46"/>
                  <a:gd name="T22" fmla="*/ 69 w 74"/>
                  <a:gd name="T23" fmla="*/ 46 h 46"/>
                  <a:gd name="T24" fmla="*/ 63 w 74"/>
                  <a:gd name="T25" fmla="*/ 39 h 46"/>
                  <a:gd name="T26" fmla="*/ 65 w 74"/>
                  <a:gd name="T27" fmla="*/ 28 h 46"/>
                  <a:gd name="T28" fmla="*/ 67 w 74"/>
                  <a:gd name="T29" fmla="*/ 16 h 46"/>
                  <a:gd name="T30" fmla="*/ 58 w 74"/>
                  <a:gd name="T31" fmla="*/ 6 h 46"/>
                  <a:gd name="T32" fmla="*/ 43 w 74"/>
                  <a:gd name="T33" fmla="*/ 15 h 46"/>
                  <a:gd name="T34" fmla="*/ 37 w 74"/>
                  <a:gd name="T35" fmla="*/ 45 h 46"/>
                  <a:gd name="T36" fmla="*/ 31 w 74"/>
                  <a:gd name="T37" fmla="*/ 45 h 46"/>
                  <a:gd name="T38" fmla="*/ 36 w 74"/>
                  <a:gd name="T39" fmla="*/ 20 h 46"/>
                  <a:gd name="T40" fmla="*/ 27 w 74"/>
                  <a:gd name="T41" fmla="*/ 6 h 46"/>
                  <a:gd name="T42" fmla="*/ 12 w 74"/>
                  <a:gd name="T43" fmla="*/ 15 h 46"/>
                  <a:gd name="T44" fmla="*/ 6 w 74"/>
                  <a:gd name="T45" fmla="*/ 45 h 46"/>
                  <a:gd name="T46" fmla="*/ 0 w 74"/>
                  <a:gd name="T47" fmla="*/ 45 h 46"/>
                  <a:gd name="T48" fmla="*/ 9 w 74"/>
                  <a:gd name="T49" fmla="*/ 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4" h="46">
                    <a:moveTo>
                      <a:pt x="9" y="1"/>
                    </a:moveTo>
                    <a:cubicBezTo>
                      <a:pt x="9" y="1"/>
                      <a:pt x="10" y="1"/>
                      <a:pt x="11" y="1"/>
                    </a:cubicBezTo>
                    <a:cubicBezTo>
                      <a:pt x="13" y="1"/>
                      <a:pt x="15" y="2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8" y="2"/>
                      <a:pt x="23" y="0"/>
                      <a:pt x="28" y="0"/>
                    </a:cubicBezTo>
                    <a:cubicBezTo>
                      <a:pt x="35" y="0"/>
                      <a:pt x="40" y="4"/>
                      <a:pt x="42" y="10"/>
                    </a:cubicBezTo>
                    <a:cubicBezTo>
                      <a:pt x="45" y="4"/>
                      <a:pt x="51" y="0"/>
                      <a:pt x="59" y="0"/>
                    </a:cubicBezTo>
                    <a:cubicBezTo>
                      <a:pt x="68" y="0"/>
                      <a:pt x="74" y="6"/>
                      <a:pt x="74" y="15"/>
                    </a:cubicBezTo>
                    <a:cubicBezTo>
                      <a:pt x="74" y="18"/>
                      <a:pt x="72" y="23"/>
                      <a:pt x="71" y="28"/>
                    </a:cubicBezTo>
                    <a:cubicBezTo>
                      <a:pt x="70" y="33"/>
                      <a:pt x="69" y="37"/>
                      <a:pt x="69" y="39"/>
                    </a:cubicBezTo>
                    <a:cubicBezTo>
                      <a:pt x="69" y="41"/>
                      <a:pt x="70" y="42"/>
                      <a:pt x="73" y="42"/>
                    </a:cubicBezTo>
                    <a:cubicBezTo>
                      <a:pt x="73" y="42"/>
                      <a:pt x="73" y="46"/>
                      <a:pt x="69" y="46"/>
                    </a:cubicBezTo>
                    <a:cubicBezTo>
                      <a:pt x="65" y="46"/>
                      <a:pt x="63" y="44"/>
                      <a:pt x="63" y="39"/>
                    </a:cubicBezTo>
                    <a:cubicBezTo>
                      <a:pt x="63" y="37"/>
                      <a:pt x="64" y="32"/>
                      <a:pt x="65" y="28"/>
                    </a:cubicBezTo>
                    <a:cubicBezTo>
                      <a:pt x="66" y="23"/>
                      <a:pt x="67" y="19"/>
                      <a:pt x="67" y="16"/>
                    </a:cubicBezTo>
                    <a:cubicBezTo>
                      <a:pt x="67" y="10"/>
                      <a:pt x="63" y="6"/>
                      <a:pt x="58" y="6"/>
                    </a:cubicBezTo>
                    <a:cubicBezTo>
                      <a:pt x="51" y="6"/>
                      <a:pt x="47" y="9"/>
                      <a:pt x="43" y="15"/>
                    </a:cubicBezTo>
                    <a:cubicBezTo>
                      <a:pt x="37" y="45"/>
                      <a:pt x="37" y="45"/>
                      <a:pt x="37" y="45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8" y="11"/>
                      <a:pt x="34" y="6"/>
                      <a:pt x="27" y="6"/>
                    </a:cubicBezTo>
                    <a:cubicBezTo>
                      <a:pt x="21" y="6"/>
                      <a:pt x="17" y="9"/>
                      <a:pt x="12" y="1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 userDrawn="1"/>
            </p:nvSpPr>
            <p:spPr bwMode="auto">
              <a:xfrm>
                <a:off x="2349766" y="2286609"/>
                <a:ext cx="50164" cy="169443"/>
              </a:xfrm>
              <a:custGeom>
                <a:avLst/>
                <a:gdLst>
                  <a:gd name="T0" fmla="*/ 9 w 19"/>
                  <a:gd name="T1" fmla="*/ 19 h 64"/>
                  <a:gd name="T2" fmla="*/ 15 w 19"/>
                  <a:gd name="T3" fmla="*/ 19 h 64"/>
                  <a:gd name="T4" fmla="*/ 7 w 19"/>
                  <a:gd name="T5" fmla="*/ 54 h 64"/>
                  <a:gd name="T6" fmla="*/ 12 w 19"/>
                  <a:gd name="T7" fmla="*/ 60 h 64"/>
                  <a:gd name="T8" fmla="*/ 7 w 19"/>
                  <a:gd name="T9" fmla="*/ 64 h 64"/>
                  <a:gd name="T10" fmla="*/ 1 w 19"/>
                  <a:gd name="T11" fmla="*/ 54 h 64"/>
                  <a:gd name="T12" fmla="*/ 9 w 19"/>
                  <a:gd name="T13" fmla="*/ 19 h 64"/>
                  <a:gd name="T14" fmla="*/ 11 w 19"/>
                  <a:gd name="T15" fmla="*/ 5 h 64"/>
                  <a:gd name="T16" fmla="*/ 15 w 19"/>
                  <a:gd name="T17" fmla="*/ 0 h 64"/>
                  <a:gd name="T18" fmla="*/ 19 w 19"/>
                  <a:gd name="T19" fmla="*/ 3 h 64"/>
                  <a:gd name="T20" fmla="*/ 15 w 19"/>
                  <a:gd name="T21" fmla="*/ 8 h 64"/>
                  <a:gd name="T22" fmla="*/ 11 w 19"/>
                  <a:gd name="T23" fmla="*/ 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64">
                    <a:moveTo>
                      <a:pt x="9" y="19"/>
                    </a:moveTo>
                    <a:cubicBezTo>
                      <a:pt x="15" y="19"/>
                      <a:pt x="15" y="19"/>
                      <a:pt x="15" y="19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6" y="58"/>
                      <a:pt x="7" y="60"/>
                      <a:pt x="12" y="60"/>
                    </a:cubicBezTo>
                    <a:cubicBezTo>
                      <a:pt x="12" y="60"/>
                      <a:pt x="12" y="64"/>
                      <a:pt x="7" y="64"/>
                    </a:cubicBezTo>
                    <a:cubicBezTo>
                      <a:pt x="2" y="64"/>
                      <a:pt x="0" y="61"/>
                      <a:pt x="1" y="54"/>
                    </a:cubicBezTo>
                    <a:lnTo>
                      <a:pt x="9" y="19"/>
                    </a:lnTo>
                    <a:close/>
                    <a:moveTo>
                      <a:pt x="11" y="5"/>
                    </a:moveTo>
                    <a:cubicBezTo>
                      <a:pt x="11" y="2"/>
                      <a:pt x="12" y="0"/>
                      <a:pt x="15" y="0"/>
                    </a:cubicBezTo>
                    <a:cubicBezTo>
                      <a:pt x="18" y="0"/>
                      <a:pt x="19" y="1"/>
                      <a:pt x="19" y="3"/>
                    </a:cubicBezTo>
                    <a:cubicBezTo>
                      <a:pt x="19" y="6"/>
                      <a:pt x="18" y="8"/>
                      <a:pt x="15" y="8"/>
                    </a:cubicBezTo>
                    <a:cubicBezTo>
                      <a:pt x="12" y="8"/>
                      <a:pt x="11" y="7"/>
                      <a:pt x="1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 41"/>
              <p:cNvSpPr>
                <a:spLocks noEditPoints="1"/>
              </p:cNvSpPr>
              <p:nvPr userDrawn="1"/>
            </p:nvSpPr>
            <p:spPr bwMode="auto">
              <a:xfrm>
                <a:off x="2407733" y="2334544"/>
                <a:ext cx="115935" cy="121508"/>
              </a:xfrm>
              <a:custGeom>
                <a:avLst/>
                <a:gdLst>
                  <a:gd name="T0" fmla="*/ 28 w 44"/>
                  <a:gd name="T1" fmla="*/ 0 h 46"/>
                  <a:gd name="T2" fmla="*/ 44 w 44"/>
                  <a:gd name="T3" fmla="*/ 12 h 46"/>
                  <a:gd name="T4" fmla="*/ 18 w 44"/>
                  <a:gd name="T5" fmla="*/ 26 h 46"/>
                  <a:gd name="T6" fmla="*/ 6 w 44"/>
                  <a:gd name="T7" fmla="*/ 25 h 46"/>
                  <a:gd name="T8" fmla="*/ 6 w 44"/>
                  <a:gd name="T9" fmla="*/ 28 h 46"/>
                  <a:gd name="T10" fmla="*/ 20 w 44"/>
                  <a:gd name="T11" fmla="*/ 41 h 46"/>
                  <a:gd name="T12" fmla="*/ 35 w 44"/>
                  <a:gd name="T13" fmla="*/ 34 h 46"/>
                  <a:gd name="T14" fmla="*/ 38 w 44"/>
                  <a:gd name="T15" fmla="*/ 37 h 46"/>
                  <a:gd name="T16" fmla="*/ 36 w 44"/>
                  <a:gd name="T17" fmla="*/ 41 h 46"/>
                  <a:gd name="T18" fmla="*/ 19 w 44"/>
                  <a:gd name="T19" fmla="*/ 46 h 46"/>
                  <a:gd name="T20" fmla="*/ 0 w 44"/>
                  <a:gd name="T21" fmla="*/ 28 h 46"/>
                  <a:gd name="T22" fmla="*/ 28 w 44"/>
                  <a:gd name="T23" fmla="*/ 0 h 46"/>
                  <a:gd name="T24" fmla="*/ 18 w 44"/>
                  <a:gd name="T25" fmla="*/ 21 h 46"/>
                  <a:gd name="T26" fmla="*/ 38 w 44"/>
                  <a:gd name="T27" fmla="*/ 12 h 46"/>
                  <a:gd name="T28" fmla="*/ 28 w 44"/>
                  <a:gd name="T29" fmla="*/ 5 h 46"/>
                  <a:gd name="T30" fmla="*/ 8 w 44"/>
                  <a:gd name="T31" fmla="*/ 20 h 46"/>
                  <a:gd name="T32" fmla="*/ 18 w 44"/>
                  <a:gd name="T33" fmla="*/ 2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" h="46">
                    <a:moveTo>
                      <a:pt x="28" y="0"/>
                    </a:moveTo>
                    <a:cubicBezTo>
                      <a:pt x="38" y="0"/>
                      <a:pt x="44" y="5"/>
                      <a:pt x="44" y="12"/>
                    </a:cubicBezTo>
                    <a:cubicBezTo>
                      <a:pt x="44" y="21"/>
                      <a:pt x="38" y="26"/>
                      <a:pt x="18" y="26"/>
                    </a:cubicBezTo>
                    <a:cubicBezTo>
                      <a:pt x="15" y="26"/>
                      <a:pt x="11" y="26"/>
                      <a:pt x="6" y="25"/>
                    </a:cubicBezTo>
                    <a:cubicBezTo>
                      <a:pt x="6" y="26"/>
                      <a:pt x="6" y="27"/>
                      <a:pt x="6" y="28"/>
                    </a:cubicBezTo>
                    <a:cubicBezTo>
                      <a:pt x="6" y="36"/>
                      <a:pt x="11" y="41"/>
                      <a:pt x="20" y="41"/>
                    </a:cubicBezTo>
                    <a:cubicBezTo>
                      <a:pt x="27" y="41"/>
                      <a:pt x="31" y="39"/>
                      <a:pt x="35" y="34"/>
                    </a:cubicBezTo>
                    <a:cubicBezTo>
                      <a:pt x="35" y="34"/>
                      <a:pt x="38" y="35"/>
                      <a:pt x="38" y="37"/>
                    </a:cubicBezTo>
                    <a:cubicBezTo>
                      <a:pt x="38" y="38"/>
                      <a:pt x="37" y="39"/>
                      <a:pt x="36" y="41"/>
                    </a:cubicBezTo>
                    <a:cubicBezTo>
                      <a:pt x="32" y="45"/>
                      <a:pt x="27" y="46"/>
                      <a:pt x="19" y="46"/>
                    </a:cubicBezTo>
                    <a:cubicBezTo>
                      <a:pt x="7" y="46"/>
                      <a:pt x="0" y="39"/>
                      <a:pt x="0" y="28"/>
                    </a:cubicBezTo>
                    <a:cubicBezTo>
                      <a:pt x="0" y="12"/>
                      <a:pt x="12" y="0"/>
                      <a:pt x="28" y="0"/>
                    </a:cubicBezTo>
                    <a:close/>
                    <a:moveTo>
                      <a:pt x="18" y="21"/>
                    </a:moveTo>
                    <a:cubicBezTo>
                      <a:pt x="34" y="21"/>
                      <a:pt x="38" y="16"/>
                      <a:pt x="38" y="12"/>
                    </a:cubicBezTo>
                    <a:cubicBezTo>
                      <a:pt x="38" y="9"/>
                      <a:pt x="35" y="5"/>
                      <a:pt x="28" y="5"/>
                    </a:cubicBezTo>
                    <a:cubicBezTo>
                      <a:pt x="19" y="5"/>
                      <a:pt x="11" y="12"/>
                      <a:pt x="8" y="20"/>
                    </a:cubicBezTo>
                    <a:cubicBezTo>
                      <a:pt x="11" y="21"/>
                      <a:pt x="15" y="21"/>
                      <a:pt x="18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Freeform 42"/>
              <p:cNvSpPr>
                <a:spLocks/>
              </p:cNvSpPr>
              <p:nvPr userDrawn="1"/>
            </p:nvSpPr>
            <p:spPr bwMode="auto">
              <a:xfrm>
                <a:off x="2537045" y="2334544"/>
                <a:ext cx="86951" cy="118164"/>
              </a:xfrm>
              <a:custGeom>
                <a:avLst/>
                <a:gdLst>
                  <a:gd name="T0" fmla="*/ 10 w 33"/>
                  <a:gd name="T1" fmla="*/ 1 h 45"/>
                  <a:gd name="T2" fmla="*/ 11 w 33"/>
                  <a:gd name="T3" fmla="*/ 1 h 45"/>
                  <a:gd name="T4" fmla="*/ 14 w 33"/>
                  <a:gd name="T5" fmla="*/ 7 h 45"/>
                  <a:gd name="T6" fmla="*/ 14 w 33"/>
                  <a:gd name="T7" fmla="*/ 9 h 45"/>
                  <a:gd name="T8" fmla="*/ 26 w 33"/>
                  <a:gd name="T9" fmla="*/ 0 h 45"/>
                  <a:gd name="T10" fmla="*/ 33 w 33"/>
                  <a:gd name="T11" fmla="*/ 4 h 45"/>
                  <a:gd name="T12" fmla="*/ 30 w 33"/>
                  <a:gd name="T13" fmla="*/ 8 h 45"/>
                  <a:gd name="T14" fmla="*/ 25 w 33"/>
                  <a:gd name="T15" fmla="*/ 6 h 45"/>
                  <a:gd name="T16" fmla="*/ 10 w 33"/>
                  <a:gd name="T17" fmla="*/ 27 h 45"/>
                  <a:gd name="T18" fmla="*/ 6 w 33"/>
                  <a:gd name="T19" fmla="*/ 45 h 45"/>
                  <a:gd name="T20" fmla="*/ 0 w 33"/>
                  <a:gd name="T21" fmla="*/ 45 h 45"/>
                  <a:gd name="T22" fmla="*/ 10 w 33"/>
                  <a:gd name="T23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45">
                    <a:moveTo>
                      <a:pt x="10" y="1"/>
                    </a:moveTo>
                    <a:cubicBezTo>
                      <a:pt x="10" y="1"/>
                      <a:pt x="10" y="1"/>
                      <a:pt x="11" y="1"/>
                    </a:cubicBezTo>
                    <a:cubicBezTo>
                      <a:pt x="13" y="1"/>
                      <a:pt x="15" y="2"/>
                      <a:pt x="14" y="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7" y="3"/>
                      <a:pt x="21" y="0"/>
                      <a:pt x="26" y="0"/>
                    </a:cubicBezTo>
                    <a:cubicBezTo>
                      <a:pt x="30" y="0"/>
                      <a:pt x="33" y="2"/>
                      <a:pt x="33" y="4"/>
                    </a:cubicBezTo>
                    <a:cubicBezTo>
                      <a:pt x="33" y="7"/>
                      <a:pt x="31" y="8"/>
                      <a:pt x="30" y="8"/>
                    </a:cubicBezTo>
                    <a:cubicBezTo>
                      <a:pt x="29" y="7"/>
                      <a:pt x="27" y="6"/>
                      <a:pt x="25" y="6"/>
                    </a:cubicBezTo>
                    <a:cubicBezTo>
                      <a:pt x="17" y="6"/>
                      <a:pt x="13" y="15"/>
                      <a:pt x="10" y="27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6834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798" dirty="0">
                  <a:solidFill>
                    <a:prstClr val="white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92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65" y="395288"/>
            <a:ext cx="10718800" cy="781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28664" y="6470879"/>
            <a:ext cx="5272327" cy="280559"/>
          </a:xfrm>
          <a:prstGeom prst="rect">
            <a:avLst/>
          </a:prstGeom>
        </p:spPr>
        <p:txBody>
          <a:bodyPr/>
          <a:lstStyle/>
          <a:p>
            <a:pPr defTabSz="456834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5A5A5A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4B6C9-7640-0346-9181-9D7622A30249}" type="slidenum">
              <a:rPr lang="en-US" smtClean="0">
                <a:solidFill>
                  <a:srgbClr val="5A5A5A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A5A5A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728664" y="1490663"/>
            <a:ext cx="5291137" cy="4452937"/>
          </a:xfrm>
          <a:prstGeom prst="rect">
            <a:avLst/>
          </a:prstGeom>
        </p:spPr>
        <p:txBody>
          <a:bodyPr/>
          <a:lstStyle>
            <a:lvl1pPr>
              <a:defRPr sz="2795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6156328" y="1490663"/>
            <a:ext cx="5291137" cy="4452937"/>
          </a:xfrm>
          <a:prstGeom prst="rect">
            <a:avLst/>
          </a:prstGeom>
        </p:spPr>
        <p:txBody>
          <a:bodyPr/>
          <a:lstStyle>
            <a:lvl1pPr>
              <a:defRPr sz="2795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1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8411" y="594859"/>
            <a:ext cx="5605439" cy="244486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400"/>
              </a:spcAft>
              <a:buFontTx/>
              <a:buNone/>
              <a:defRPr sz="1398" b="0" i="0">
                <a:solidFill>
                  <a:schemeClr val="bg2"/>
                </a:solidFill>
              </a:defRPr>
            </a:lvl1pPr>
            <a:lvl2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2pPr>
            <a:lvl3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3pPr>
            <a:lvl4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4pPr>
            <a:lvl5pPr marL="0" indent="0">
              <a:spcAft>
                <a:spcPts val="400"/>
              </a:spcAft>
              <a:buFontTx/>
              <a:buNone/>
              <a:defRPr sz="1398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927100"/>
            <a:ext cx="11200305" cy="1523098"/>
          </a:xfrm>
          <a:prstGeom prst="rect">
            <a:avLst/>
          </a:prstGeom>
          <a:effectLst/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474724"/>
            <a:ext cx="5605439" cy="23352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prstClr val="white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98410" y="2459736"/>
            <a:ext cx="11204956" cy="914400"/>
          </a:xfrm>
          <a:prstGeom prst="rect">
            <a:avLst/>
          </a:prstGeom>
          <a:effectLst/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66777" y="6061077"/>
            <a:ext cx="510775" cy="51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8676" y="594859"/>
            <a:ext cx="5605439" cy="244486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2pPr>
            <a:lvl3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3pPr>
            <a:lvl4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4pPr>
            <a:lvl5pPr marL="0" indent="0">
              <a:spcAft>
                <a:spcPts val="400"/>
              </a:spcAft>
              <a:buFontTx/>
              <a:buNone/>
              <a:defRPr sz="1398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674" y="939800"/>
            <a:ext cx="11200305" cy="1511764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676" y="3474724"/>
            <a:ext cx="5605439" cy="23352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98675" y="2459736"/>
            <a:ext cx="11204956" cy="914400"/>
          </a:xfrm>
          <a:prstGeom prst="rect">
            <a:avLst/>
          </a:prstGeom>
        </p:spPr>
        <p:txBody>
          <a:bodyPr/>
          <a:lstStyle>
            <a:lvl1pPr>
              <a:defRPr sz="2396" baseline="0"/>
            </a:lvl1pPr>
            <a:lvl2pPr>
              <a:defRPr sz="1996" baseline="0"/>
            </a:lvl2pPr>
            <a:lvl3pPr>
              <a:defRPr sz="1996" baseline="0"/>
            </a:lvl3pPr>
            <a:lvl4pPr>
              <a:defRPr sz="1996" baseline="0"/>
            </a:lvl4pPr>
            <a:lvl5pPr>
              <a:defRPr sz="1996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626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8411" y="594859"/>
            <a:ext cx="5605439" cy="24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400"/>
              </a:spcAft>
              <a:buFontTx/>
              <a:buNone/>
              <a:defRPr sz="1398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400"/>
              </a:spcAft>
              <a:buFontTx/>
              <a:buNone/>
              <a:defRPr sz="1398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400"/>
              </a:spcAft>
              <a:buFontTx/>
              <a:buNone/>
              <a:defRPr sz="1398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400"/>
              </a:spcAft>
              <a:buFontTx/>
              <a:buNone/>
              <a:defRPr sz="1398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400"/>
              </a:spcAft>
              <a:buFontTx/>
              <a:buNone/>
              <a:defRPr sz="1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939804"/>
            <a:ext cx="11200305" cy="1511763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474724"/>
            <a:ext cx="5605439" cy="23352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prstClr val="white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98410" y="2459736"/>
            <a:ext cx="11204956" cy="914400"/>
          </a:xfrm>
          <a:prstGeom prst="rect">
            <a:avLst/>
          </a:prstGeom>
        </p:spPr>
        <p:txBody>
          <a:bodyPr/>
          <a:lstStyle>
            <a:lvl1pPr>
              <a:defRPr sz="2396" baseline="0"/>
            </a:lvl1pPr>
            <a:lvl2pPr>
              <a:defRPr sz="2396" baseline="0"/>
            </a:lvl2pPr>
            <a:lvl3pPr>
              <a:defRPr sz="2396" baseline="0"/>
            </a:lvl3pPr>
            <a:lvl4pPr>
              <a:defRPr sz="2396" baseline="0"/>
            </a:lvl4pPr>
            <a:lvl5pPr>
              <a:defRPr sz="2396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10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9351" y="3657600"/>
            <a:ext cx="11200305" cy="151790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type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9352" y="5303520"/>
            <a:ext cx="8645013" cy="820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9185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8369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207553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69185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8369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207553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99353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172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4"/>
            <a:ext cx="12179300" cy="3425825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0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880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9185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8369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207553" y="0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69185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8369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207553" y="1719596"/>
            <a:ext cx="2971749" cy="164592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prstClr val="white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8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4"/>
            <a:ext cx="12179300" cy="3425825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8" y="3657600"/>
            <a:ext cx="11200305" cy="151790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98676" y="6329847"/>
            <a:ext cx="5897349" cy="2741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prstClr val="white"/>
                </a:solidFill>
                <a:latin typeface="Calibri"/>
                <a:ea typeface="+mn-ea"/>
                <a:cs typeface="+mn-cs"/>
              </a:rPr>
              <a:t>© 2016 AT&amp;T Intellectual Property. All rights reserved. AT&amp;T, Globe logo, Mobilizing Your World and DIRECTV are registered trademarks and service marks of AT&amp;T Intellectual Property and/or AT&amp;T affiliated companies. All other marks are the property of their respective owners.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10" y="4581144"/>
            <a:ext cx="11204956" cy="45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54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92503" y="6336855"/>
            <a:ext cx="2302791" cy="121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defTabSz="456834" fontAlgn="auto">
              <a:lnSpc>
                <a:spcPts val="7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2016 AT&amp;T Intellectual Property. All rights reserved.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6285" y="6075787"/>
            <a:ext cx="661267" cy="496467"/>
          </a:xfrm>
          <a:prstGeom prst="rect">
            <a:avLst/>
          </a:prstGeom>
        </p:spPr>
      </p:pic>
      <p:sp>
        <p:nvSpPr>
          <p:cNvPr id="12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add. Globe logo and footer should sit on top of picture.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98408" y="3276600"/>
            <a:ext cx="11200305" cy="151074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09" y="5303520"/>
            <a:ext cx="8645013" cy="828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sz="19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498408" y="4809744"/>
            <a:ext cx="10876792" cy="44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08071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774701"/>
            <a:ext cx="12179300" cy="60833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02638" y="1642536"/>
            <a:ext cx="11200305" cy="151214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66777" y="6061077"/>
            <a:ext cx="510775" cy="51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74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774701"/>
            <a:ext cx="12179300" cy="6083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498408" y="1634067"/>
            <a:ext cx="11200305" cy="1515534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 bwMode="white"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81475" y="6075787"/>
            <a:ext cx="496079" cy="4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607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774701"/>
            <a:ext cx="12179300" cy="60833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498408" y="1642536"/>
            <a:ext cx="11200305" cy="151214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 bwMode="white"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266777" y="6061077"/>
            <a:ext cx="510775" cy="51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627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8408" y="1642536"/>
            <a:ext cx="11200305" cy="151214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86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774700"/>
            <a:ext cx="12179300" cy="60833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17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add. Globe logo should sit on top of picture.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498408" y="1638300"/>
            <a:ext cx="11200305" cy="1516378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2000"/>
              </a:lnSpc>
              <a:spcAft>
                <a:spcPts val="798"/>
              </a:spcAft>
              <a:defRPr sz="359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8411" y="3608393"/>
            <a:ext cx="5605439" cy="2246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396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000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490555" y="1139370"/>
            <a:ext cx="11200305" cy="48121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40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490555" y="1139629"/>
            <a:ext cx="11200305" cy="4800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Aft>
                <a:spcPts val="600"/>
              </a:spcAft>
              <a:defRPr sz="2396" baseline="0"/>
            </a:lvl1pPr>
            <a:lvl2pPr>
              <a:defRPr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6453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234876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107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5455985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222561" y="1206500"/>
            <a:ext cx="5470415" cy="46482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867483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89650" y="1210030"/>
            <a:ext cx="0" cy="4654197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7280" y="1139546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1139825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95434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43000"/>
            <a:ext cx="699388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740757" y="1143000"/>
            <a:ext cx="39501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862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740757" y="1139825"/>
            <a:ext cx="39501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90557" y="1206504"/>
            <a:ext cx="6988596" cy="4648199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515404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7601808" y="1210030"/>
            <a:ext cx="0" cy="4654197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5" y="1139825"/>
            <a:ext cx="6866704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7848883" y="1139825"/>
            <a:ext cx="3841976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7415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89650" y="1210030"/>
            <a:ext cx="0" cy="4654197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7" y="1139825"/>
            <a:ext cx="5358892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32539" y="1118312"/>
            <a:ext cx="5358323" cy="4833226"/>
          </a:xfrm>
          <a:prstGeom prst="rect">
            <a:avLst/>
          </a:prstGeom>
        </p:spPr>
        <p:txBody>
          <a:bodyPr/>
          <a:lstStyle>
            <a:lvl1pPr marL="172762" indent="-172762">
              <a:lnSpc>
                <a:spcPct val="90000"/>
              </a:lnSpc>
              <a:spcAft>
                <a:spcPts val="998"/>
              </a:spcAft>
              <a:defRPr sz="3194">
                <a:solidFill>
                  <a:schemeClr val="tx1"/>
                </a:solidFill>
              </a:defRPr>
            </a:lvl1pPr>
            <a:lvl2pPr marL="739479" indent="-285293">
              <a:spcAft>
                <a:spcPts val="998"/>
              </a:spcAft>
              <a:buClr>
                <a:schemeClr val="tx2"/>
              </a:buClr>
              <a:buFont typeface="Lucida Grande"/>
              <a:buChar char="—"/>
              <a:defRPr i="1">
                <a:solidFill>
                  <a:schemeClr val="tx2"/>
                </a:solidFill>
              </a:defRPr>
            </a:lvl2pPr>
            <a:lvl3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3pPr>
            <a:lvl4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4pPr>
            <a:lvl5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802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7281" y="1117916"/>
            <a:ext cx="11204533" cy="4833623"/>
          </a:xfrm>
          <a:prstGeom prst="rect">
            <a:avLst/>
          </a:prstGeom>
        </p:spPr>
        <p:txBody>
          <a:bodyPr/>
          <a:lstStyle>
            <a:lvl1pPr marL="172762" indent="-172762">
              <a:lnSpc>
                <a:spcPct val="90000"/>
              </a:lnSpc>
              <a:spcAft>
                <a:spcPts val="998"/>
              </a:spcAft>
              <a:defRPr sz="3194">
                <a:solidFill>
                  <a:schemeClr val="tx1"/>
                </a:solidFill>
              </a:defRPr>
            </a:lvl1pPr>
            <a:lvl2pPr marL="739479" indent="-285293">
              <a:spcAft>
                <a:spcPts val="998"/>
              </a:spcAft>
              <a:buClr>
                <a:schemeClr val="tx2"/>
              </a:buClr>
              <a:buFont typeface="Lucida Grande"/>
              <a:buChar char="—"/>
              <a:defRPr i="1">
                <a:solidFill>
                  <a:schemeClr val="tx2"/>
                </a:solidFill>
              </a:defRPr>
            </a:lvl2pPr>
            <a:lvl3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3pPr>
            <a:lvl4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4pPr>
            <a:lvl5pPr marL="0" indent="0">
              <a:buClr>
                <a:schemeClr val="tx2"/>
              </a:buClr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0971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206500"/>
            <a:ext cx="12179300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add. Globe logo should sit on top of picture.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21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206500"/>
            <a:ext cx="6101829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add. 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6089652" y="1206500"/>
            <a:ext cx="6089649" cy="5651500"/>
          </a:xfrm>
          <a:prstGeom prst="rect">
            <a:avLst/>
          </a:prstGeom>
        </p:spPr>
        <p:txBody>
          <a:bodyPr/>
          <a:lstStyle>
            <a:lvl1pPr marL="0" marR="0" indent="0" algn="l" defTabSz="4564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None/>
              <a:tabLst/>
              <a:defRPr sz="1798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add. Globe logo should sit on top of picture.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9864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Row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90555" y="3520578"/>
            <a:ext cx="11200305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81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87280" y="1206500"/>
            <a:ext cx="2841837" cy="2128838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672822" y="1145571"/>
            <a:ext cx="8018039" cy="2306404"/>
          </a:xfrm>
          <a:prstGeom prst="rect">
            <a:avLst/>
          </a:prstGeom>
        </p:spPr>
        <p:txBody>
          <a:bodyPr/>
          <a:lstStyle>
            <a:lvl1pPr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87280" y="3721100"/>
            <a:ext cx="2841837" cy="21336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3672822" y="3632261"/>
            <a:ext cx="8018039" cy="2309752"/>
          </a:xfrm>
          <a:prstGeom prst="rect">
            <a:avLst/>
          </a:prstGeom>
        </p:spPr>
        <p:txBody>
          <a:bodyPr/>
          <a:lstStyle>
            <a:lvl1pPr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22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Row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90555" y="2690205"/>
            <a:ext cx="11200305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flipH="1">
            <a:off x="490555" y="4365061"/>
            <a:ext cx="11200305" cy="0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90557" y="1209839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672822" y="1146867"/>
            <a:ext cx="8018039" cy="1461642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90557" y="2868174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Text Placeholder 20"/>
          <p:cNvSpPr>
            <a:spLocks noGrp="1"/>
          </p:cNvSpPr>
          <p:nvPr>
            <p:ph type="body" sz="quarter" idx="20"/>
          </p:nvPr>
        </p:nvSpPr>
        <p:spPr>
          <a:xfrm>
            <a:off x="3672822" y="2778381"/>
            <a:ext cx="8018039" cy="145691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490557" y="4546625"/>
            <a:ext cx="2841837" cy="1299796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Text Placeholder 20"/>
          <p:cNvSpPr>
            <a:spLocks noGrp="1"/>
          </p:cNvSpPr>
          <p:nvPr>
            <p:ph type="body" sz="quarter" idx="22"/>
          </p:nvPr>
        </p:nvSpPr>
        <p:spPr>
          <a:xfrm>
            <a:off x="3672822" y="4465968"/>
            <a:ext cx="8018039" cy="148557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196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840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89650" y="1208092"/>
            <a:ext cx="0" cy="465437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7" y="1209839"/>
            <a:ext cx="5355932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6334928" y="1209839"/>
            <a:ext cx="5355932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7" y="3709992"/>
            <a:ext cx="5358892" cy="223043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3709992"/>
            <a:ext cx="5358892" cy="223043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064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139672" y="1208092"/>
            <a:ext cx="0" cy="465437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8043409" y="1208092"/>
            <a:ext cx="0" cy="465437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326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5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20"/>
          </p:nvPr>
        </p:nvSpPr>
        <p:spPr>
          <a:xfrm>
            <a:off x="4392817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8292965" y="1208088"/>
            <a:ext cx="3397895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/>
          </p:nvPr>
        </p:nvSpPr>
        <p:spPr>
          <a:xfrm>
            <a:off x="486326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8"/>
          </p:nvPr>
        </p:nvSpPr>
        <p:spPr>
          <a:xfrm>
            <a:off x="4390065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9"/>
          </p:nvPr>
        </p:nvSpPr>
        <p:spPr>
          <a:xfrm>
            <a:off x="8293804" y="3692711"/>
            <a:ext cx="3402953" cy="225406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79652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Co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165165" y="1208092"/>
            <a:ext cx="0" cy="465437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6093879" y="1209675"/>
            <a:ext cx="0" cy="4652786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9012023" y="1208092"/>
            <a:ext cx="0" cy="465437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86326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3409755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22"/>
          </p:nvPr>
        </p:nvSpPr>
        <p:spPr>
          <a:xfrm>
            <a:off x="6327474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23"/>
          </p:nvPr>
        </p:nvSpPr>
        <p:spPr>
          <a:xfrm>
            <a:off x="9232697" y="1208088"/>
            <a:ext cx="2458164" cy="2317504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7"/>
          </p:nvPr>
        </p:nvSpPr>
        <p:spPr>
          <a:xfrm>
            <a:off x="486327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3409755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9"/>
          </p:nvPr>
        </p:nvSpPr>
        <p:spPr>
          <a:xfrm>
            <a:off x="6327475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0"/>
          </p:nvPr>
        </p:nvSpPr>
        <p:spPr>
          <a:xfrm>
            <a:off x="9248048" y="3684591"/>
            <a:ext cx="2434248" cy="2262187"/>
          </a:xfrm>
          <a:prstGeom prst="rect">
            <a:avLst/>
          </a:prstGeom>
        </p:spPr>
        <p:txBody>
          <a:bodyPr lIns="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4208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89650" y="2686650"/>
            <a:ext cx="0" cy="317757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326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86326" y="1118870"/>
            <a:ext cx="11200305" cy="13401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7" y="2624606"/>
            <a:ext cx="5358892" cy="3315823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2623102"/>
            <a:ext cx="5358892" cy="3317327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6960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139672" y="2686650"/>
            <a:ext cx="0" cy="317757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8043409" y="2686650"/>
            <a:ext cx="0" cy="317757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90555" y="1117981"/>
            <a:ext cx="11200305" cy="13441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86326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/>
          </p:nvPr>
        </p:nvSpPr>
        <p:spPr>
          <a:xfrm>
            <a:off x="4390065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6"/>
          </p:nvPr>
        </p:nvSpPr>
        <p:spPr>
          <a:xfrm>
            <a:off x="8293804" y="2623098"/>
            <a:ext cx="3402953" cy="3317328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9209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Col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165165" y="2690654"/>
            <a:ext cx="0" cy="31735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6088593" y="2690654"/>
            <a:ext cx="0" cy="31735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012023" y="2690654"/>
            <a:ext cx="0" cy="3173575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490555" y="1117981"/>
            <a:ext cx="11200305" cy="13441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998"/>
              </a:spcAft>
              <a:buFontTx/>
              <a:buNone/>
              <a:defRPr sz="3194" baseline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2pPr>
            <a:lvl3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4pPr>
            <a:lvl5pPr marL="0" indent="0">
              <a:lnSpc>
                <a:spcPct val="90000"/>
              </a:lnSpc>
              <a:spcAft>
                <a:spcPts val="998"/>
              </a:spcAft>
              <a:buClr>
                <a:schemeClr val="accent5"/>
              </a:buClr>
              <a:buFontTx/>
              <a:buNone/>
              <a:defRPr sz="3194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/>
          </p:nvPr>
        </p:nvSpPr>
        <p:spPr>
          <a:xfrm>
            <a:off x="486327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/>
          <p:cNvSpPr>
            <a:spLocks noGrp="1"/>
          </p:cNvSpPr>
          <p:nvPr>
            <p:ph sz="quarter" idx="16"/>
          </p:nvPr>
        </p:nvSpPr>
        <p:spPr>
          <a:xfrm>
            <a:off x="3409755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7"/>
          </p:nvPr>
        </p:nvSpPr>
        <p:spPr>
          <a:xfrm>
            <a:off x="6333184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9256612" y="2623098"/>
            <a:ext cx="2434248" cy="3328184"/>
          </a:xfrm>
          <a:prstGeom prst="rect">
            <a:avLst/>
          </a:prstGeom>
        </p:spPr>
        <p:txBody>
          <a:bodyPr/>
          <a:lstStyle>
            <a:lvl1pPr>
              <a:defRPr sz="2196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6909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89650" y="1769459"/>
            <a:ext cx="0" cy="409476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7" y="1769553"/>
            <a:ext cx="5368619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322243" y="1769553"/>
            <a:ext cx="5368619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7" y="2624606"/>
            <a:ext cx="5358892" cy="3315823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331968" y="2623102"/>
            <a:ext cx="5358892" cy="3317327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48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139672" y="1769459"/>
            <a:ext cx="0" cy="409476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8043409" y="1769459"/>
            <a:ext cx="0" cy="409476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5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4390066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8293804" y="1769553"/>
            <a:ext cx="3402953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/>
          </p:nvPr>
        </p:nvSpPr>
        <p:spPr>
          <a:xfrm>
            <a:off x="490555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18"/>
          </p:nvPr>
        </p:nvSpPr>
        <p:spPr>
          <a:xfrm>
            <a:off x="4390065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9"/>
          </p:nvPr>
        </p:nvSpPr>
        <p:spPr>
          <a:xfrm>
            <a:off x="8293804" y="2623098"/>
            <a:ext cx="3402953" cy="3317328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3572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Col with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165165" y="1791167"/>
            <a:ext cx="0" cy="4073058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6089650" y="1769459"/>
            <a:ext cx="0" cy="4094769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9012023" y="1780316"/>
            <a:ext cx="0" cy="4083913"/>
          </a:xfrm>
          <a:prstGeom prst="line">
            <a:avLst/>
          </a:prstGeom>
          <a:ln w="635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0558" y="1210471"/>
            <a:ext cx="11204533" cy="394846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ctr" anchorCtr="0"/>
          <a:lstStyle>
            <a:lvl1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1pPr>
            <a:lvl2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3pPr>
            <a:lvl4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4pPr>
            <a:lvl5pPr marL="0" indent="0" algn="ctr">
              <a:spcAft>
                <a:spcPts val="600"/>
              </a:spcAft>
              <a:buFontTx/>
              <a:buNone/>
              <a:defRPr sz="13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90555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3409755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6327474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9248047" y="1769553"/>
            <a:ext cx="2448707" cy="769937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 anchor="ctr" anchorCtr="0"/>
          <a:lstStyle>
            <a:lvl1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1pPr>
            <a:lvl2pPr marL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398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7"/>
          </p:nvPr>
        </p:nvSpPr>
        <p:spPr>
          <a:xfrm>
            <a:off x="49055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5"/>
          <p:cNvSpPr>
            <a:spLocks noGrp="1"/>
          </p:cNvSpPr>
          <p:nvPr>
            <p:ph sz="quarter" idx="18"/>
          </p:nvPr>
        </p:nvSpPr>
        <p:spPr>
          <a:xfrm>
            <a:off x="340975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9"/>
          </p:nvPr>
        </p:nvSpPr>
        <p:spPr>
          <a:xfrm>
            <a:off x="6327475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0"/>
          </p:nvPr>
        </p:nvSpPr>
        <p:spPr>
          <a:xfrm>
            <a:off x="9248048" y="2623098"/>
            <a:ext cx="2434248" cy="3328184"/>
          </a:xfrm>
          <a:prstGeom prst="rect">
            <a:avLst/>
          </a:prstGeom>
        </p:spPr>
        <p:txBody>
          <a:bodyPr lIns="91440"/>
          <a:lstStyle>
            <a:lvl1pPr>
              <a:defRPr sz="2196">
                <a:solidFill>
                  <a:srgbClr val="009FDB"/>
                </a:solidFill>
              </a:defRPr>
            </a:lvl1pPr>
            <a:lvl2pPr>
              <a:spcAft>
                <a:spcPts val="600"/>
              </a:spcAft>
              <a:defRPr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659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llou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490554" y="1139825"/>
            <a:ext cx="7936537" cy="480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8651704" y="1206500"/>
            <a:ext cx="3039156" cy="4648200"/>
          </a:xfrm>
          <a:prstGeom prst="rect">
            <a:avLst/>
          </a:prstGeom>
          <a:solidFill>
            <a:srgbClr val="E8E8E8"/>
          </a:solidFill>
        </p:spPr>
        <p:txBody>
          <a:bodyPr lIns="274320" tIns="182880" rIns="274320" bIns="182880"/>
          <a:lstStyle>
            <a:lvl1pPr>
              <a:lnSpc>
                <a:spcPct val="100000"/>
              </a:lnSpc>
              <a:spcAft>
                <a:spcPts val="600"/>
              </a:spcAft>
              <a:defRPr sz="1598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98" i="1" baseline="0"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110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llou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4"/>
          </p:nvPr>
        </p:nvSpPr>
        <p:spPr>
          <a:xfrm>
            <a:off x="8651704" y="1206500"/>
            <a:ext cx="3039156" cy="4648200"/>
          </a:xfrm>
          <a:prstGeom prst="rect">
            <a:avLst/>
          </a:prstGeom>
          <a:solidFill>
            <a:srgbClr val="E8E8E8"/>
          </a:solidFill>
        </p:spPr>
        <p:txBody>
          <a:bodyPr lIns="274320" tIns="182880" rIns="274320" bIns="182880"/>
          <a:lstStyle>
            <a:lvl1pPr>
              <a:lnSpc>
                <a:spcPct val="100000"/>
              </a:lnSpc>
              <a:spcAft>
                <a:spcPts val="600"/>
              </a:spcAft>
              <a:defRPr sz="1598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98" i="1" baseline="0"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90555" y="1206500"/>
            <a:ext cx="7931347" cy="4648200"/>
          </a:xfrm>
          <a:prstGeom prst="rect">
            <a:avLst/>
          </a:prstGeom>
        </p:spPr>
        <p:txBody>
          <a:bodyPr/>
          <a:lstStyle>
            <a:lvl1pPr>
              <a:defRPr sz="179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5093658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om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488957" y="1458409"/>
            <a:ext cx="5343615" cy="440581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6347245" y="1458409"/>
            <a:ext cx="5343615" cy="440581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55" y="522779"/>
            <a:ext cx="11200305" cy="3422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8957" y="1142215"/>
            <a:ext cx="5343576" cy="3161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728435" y="1587384"/>
            <a:ext cx="4871720" cy="41371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356428" y="1142215"/>
            <a:ext cx="5334432" cy="3161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1598" b="0" i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6"/>
          </p:nvPr>
        </p:nvSpPr>
        <p:spPr>
          <a:xfrm>
            <a:off x="6581265" y="1587384"/>
            <a:ext cx="4871720" cy="41371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9292" y="3217928"/>
            <a:ext cx="253736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5644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B907E-C602-C34B-93F7-CA9E40714286}" type="slidenum">
              <a:rPr lang="en-US" smtClean="0">
                <a:solidFill>
                  <a:srgbClr val="009FDB"/>
                </a:solidFill>
              </a:rPr>
              <a:pPr/>
              <a:t>‹#›</a:t>
            </a:fld>
            <a:r>
              <a:rPr lang="en-US" dirty="0">
                <a:solidFill>
                  <a:srgbClr val="009FDB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600521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D1A7E-D42B-F54F-B8BB-CEC123AE02E5}" type="datetime1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96F7-84EF-469F-99B9-91B93B4441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32778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740343" y="3505203"/>
            <a:ext cx="8999149" cy="1116013"/>
          </a:xfrm>
          <a:ln w="9525"/>
        </p:spPr>
        <p:txBody>
          <a:bodyPr lIns="91440" tIns="45720" rIns="91440" bIns="45720" anchor="ctr"/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0343" y="4800601"/>
            <a:ext cx="8999149" cy="1138238"/>
          </a:xfrm>
          <a:ln w="9525"/>
        </p:spPr>
        <p:txBody>
          <a:bodyPr lIns="91440" tIns="45720" rIns="91440" bIns="45720"/>
          <a:lstStyle>
            <a:lvl1pPr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-14762" y="-19049"/>
            <a:ext cx="12191479" cy="2143125"/>
            <a:chOff x="-12" y="-12"/>
            <a:chExt cx="5784" cy="1350"/>
          </a:xfrm>
        </p:grpSpPr>
        <p:sp>
          <p:nvSpPr>
            <p:cNvPr id="39941" name="Freeform 5"/>
            <p:cNvSpPr>
              <a:spLocks/>
            </p:cNvSpPr>
            <p:nvPr userDrawn="1"/>
          </p:nvSpPr>
          <p:spPr bwMode="auto">
            <a:xfrm>
              <a:off x="-12" y="-12"/>
              <a:ext cx="5784" cy="233"/>
            </a:xfrm>
            <a:custGeom>
              <a:avLst/>
              <a:gdLst/>
              <a:ahLst/>
              <a:cxnLst>
                <a:cxn ang="0">
                  <a:pos x="0" y="2118"/>
                </a:cxn>
                <a:cxn ang="0">
                  <a:pos x="0" y="0"/>
                </a:cxn>
                <a:cxn ang="0">
                  <a:pos x="5784" y="0"/>
                </a:cxn>
                <a:cxn ang="0">
                  <a:pos x="5784" y="866"/>
                </a:cxn>
                <a:cxn ang="0">
                  <a:pos x="2892" y="1781"/>
                </a:cxn>
                <a:cxn ang="0">
                  <a:pos x="0" y="2118"/>
                </a:cxn>
              </a:cxnLst>
              <a:rect l="0" t="0" r="r" b="b"/>
              <a:pathLst>
                <a:path w="5784" h="2118">
                  <a:moveTo>
                    <a:pt x="0" y="2118"/>
                  </a:moveTo>
                  <a:cubicBezTo>
                    <a:pt x="0" y="1059"/>
                    <a:pt x="0" y="0"/>
                    <a:pt x="0" y="0"/>
                  </a:cubicBezTo>
                  <a:lnTo>
                    <a:pt x="5784" y="0"/>
                  </a:lnTo>
                  <a:cubicBezTo>
                    <a:pt x="5784" y="0"/>
                    <a:pt x="5784" y="433"/>
                    <a:pt x="5784" y="866"/>
                  </a:cubicBezTo>
                  <a:cubicBezTo>
                    <a:pt x="4656" y="1332"/>
                    <a:pt x="4182" y="1480"/>
                    <a:pt x="2892" y="1781"/>
                  </a:cubicBezTo>
                  <a:cubicBezTo>
                    <a:pt x="1602" y="2082"/>
                    <a:pt x="426" y="2106"/>
                    <a:pt x="0" y="2118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dirty="0">
                <a:solidFill>
                  <a:srgbClr val="4D4D4D"/>
                </a:solidFill>
                <a:latin typeface="Verdana"/>
                <a:ea typeface="+mn-ea"/>
                <a:cs typeface="+mn-cs"/>
              </a:endParaRPr>
            </a:p>
          </p:txBody>
        </p:sp>
        <p:pic>
          <p:nvPicPr>
            <p:cNvPr id="39942" name="Picture 6" descr="titlelogo_light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5" y="512"/>
              <a:ext cx="1805" cy="826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39944" name="Rectangle 8"/>
          <p:cNvSpPr>
            <a:spLocks noChangeArrowheads="1"/>
          </p:cNvSpPr>
          <p:nvPr userDrawn="1"/>
        </p:nvSpPr>
        <p:spPr bwMode="auto">
          <a:xfrm>
            <a:off x="2154642" y="6471232"/>
            <a:ext cx="7935574" cy="38087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lang="en-US" sz="900" b="1" dirty="0">
                <a:solidFill>
                  <a:srgbClr val="FFFFFF"/>
                </a:solidFill>
                <a:latin typeface="Verdana"/>
                <a:ea typeface="+mn-ea"/>
                <a:cs typeface="+mn-cs"/>
              </a:rPr>
              <a:t>AT&amp;T Proprietary (Internal Use Only)</a:t>
            </a:r>
            <a:br>
              <a:rPr lang="en-US" sz="900" dirty="0">
                <a:solidFill>
                  <a:srgbClr val="FFFFFF"/>
                </a:solidFill>
                <a:latin typeface="Verdana"/>
                <a:ea typeface="+mn-ea"/>
                <a:cs typeface="+mn-cs"/>
              </a:rPr>
            </a:br>
            <a:r>
              <a:rPr lang="en-US" sz="900" dirty="0">
                <a:solidFill>
                  <a:srgbClr val="FFFFFF"/>
                </a:solidFill>
                <a:latin typeface="Verdana"/>
                <a:ea typeface="+mn-ea"/>
                <a:cs typeface="+mn-cs"/>
              </a:rPr>
              <a:t>Not for use or disclosure outside the AT&amp;T companies except under written agreement</a:t>
            </a:r>
          </a:p>
        </p:txBody>
      </p:sp>
      <p:sp>
        <p:nvSpPr>
          <p:cNvPr id="8" name="Slide Number Placeholder 8"/>
          <p:cNvSpPr txBox="1">
            <a:spLocks/>
          </p:cNvSpPr>
          <p:nvPr userDrawn="1"/>
        </p:nvSpPr>
        <p:spPr>
          <a:xfrm>
            <a:off x="507473" y="6380288"/>
            <a:ext cx="1088948" cy="152400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Page </a:t>
            </a:r>
            <a:fld id="{6E54B8BE-D4C6-4F48-BE57-769C293D8F86}" type="slidenum">
              <a:rPr lang="en-US" sz="900" smtClean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FFFFFF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0090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8"/>
          <p:cNvSpPr txBox="1">
            <a:spLocks/>
          </p:cNvSpPr>
          <p:nvPr userDrawn="1"/>
        </p:nvSpPr>
        <p:spPr>
          <a:xfrm>
            <a:off x="507473" y="6380289"/>
            <a:ext cx="1088948" cy="477712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Page </a:t>
            </a:r>
            <a:fld id="{6E54B8BE-D4C6-4F48-BE57-769C293D8F86}" type="slidenum">
              <a:rPr lang="en-US" sz="900" smtClean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FFFFFF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5244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81" y="4406901"/>
            <a:ext cx="10352405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081" y="2906716"/>
            <a:ext cx="1035240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DCFA51-2EE7-8847-91AF-5B8EC2EAAC3A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E2CAD36E-C035-4AEB-9691-318096A1721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10838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6453" y="1549400"/>
            <a:ext cx="5250209" cy="4051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9654" y="1549400"/>
            <a:ext cx="5252324" cy="4051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6C7F37-10E2-4B4E-B994-F538870505A1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67505443-9FED-433E-960F-766A619BEA2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857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274638"/>
            <a:ext cx="1096137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68" y="1535113"/>
            <a:ext cx="538130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968" y="2174875"/>
            <a:ext cx="538130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6918" y="1535113"/>
            <a:ext cx="53834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6918" y="2174875"/>
            <a:ext cx="53834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CD7809-5DC5-954C-B7B4-DF739FCF4F2C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CBE516E5-BEAA-4BC6-BBE1-B7CCB1615D1C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67111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653C05-84E9-5A42-99B0-87455D193DB6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43172E34-A5FB-4438-859A-92EB4F6A9A5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09994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173DD6-AA0D-E14A-A723-84E2A161B4A2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FB3A0CAA-9950-4783-A9F6-71EC13C87C4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6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8" y="273050"/>
            <a:ext cx="40069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770" y="273053"/>
            <a:ext cx="68085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968" y="1435103"/>
            <a:ext cx="40069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9C7752-FAE2-6240-8944-D695AD788D18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2B8825FF-38BC-4824-8CD9-90C8A481BBB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5235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228" y="4800601"/>
            <a:ext cx="730758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7228" y="612775"/>
            <a:ext cx="730758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7228" y="5367339"/>
            <a:ext cx="730758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53C04E-53E1-2341-BB75-F4D7884A2C54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035A40A6-CDB3-4EA5-BB87-A20BB012FC22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15084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3AFE62-DF5E-9A49-95B7-35DD285246FD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8EC900D1-EC54-42F7-8EC8-FA757229D14E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67455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60839" y="457200"/>
            <a:ext cx="2681139" cy="5143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3199" y="457200"/>
            <a:ext cx="7844653" cy="5143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45C156-12B2-0A47-80EC-9073E1472D3A}" type="datetime1">
              <a:rPr lang="en-US" smtClean="0">
                <a:solidFill>
                  <a:srgbClr val="FFFFFF"/>
                </a:solidFill>
              </a:rPr>
              <a:pPr/>
              <a:t>6/4/2026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FFFFFF"/>
                </a:solidFill>
              </a:rPr>
              <a:t>Page </a:t>
            </a:r>
            <a:fld id="{CDC1401E-D5C2-40A1-B6B3-890FCA3D3F2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40287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813" y="2130425"/>
            <a:ext cx="1035367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7213" y="3886200"/>
            <a:ext cx="85248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4406900"/>
            <a:ext cx="1035208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025" y="2906713"/>
            <a:ext cx="1035208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38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850" y="1600200"/>
            <a:ext cx="54038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0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0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6488" y="1535113"/>
            <a:ext cx="538321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6488" y="2174875"/>
            <a:ext cx="538321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068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0" y="273050"/>
            <a:ext cx="680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068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600" y="4800600"/>
            <a:ext cx="730726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7600" y="612775"/>
            <a:ext cx="730726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7600" y="5367338"/>
            <a:ext cx="730726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29675" y="274638"/>
            <a:ext cx="274002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6767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1305272" cy="952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1227544" y="0"/>
            <a:ext cx="951756" cy="952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6834">
              <a:defRPr/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3" name="TextBox 8"/>
          <p:cNvSpPr txBox="1">
            <a:spLocks noChangeArrowheads="1"/>
          </p:cNvSpPr>
          <p:nvPr userDrawn="1"/>
        </p:nvSpPr>
        <p:spPr bwMode="auto">
          <a:xfrm>
            <a:off x="204630" y="6264275"/>
            <a:ext cx="46636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defTabSz="456834">
              <a:defRPr/>
            </a:pPr>
            <a:r>
              <a:rPr lang="en-US" sz="798" dirty="0">
                <a:solidFill>
                  <a:srgbClr val="BFBFBF"/>
                </a:solidFill>
              </a:rPr>
              <a:t>page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528227" y="6311900"/>
            <a:ext cx="293457" cy="223838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>
              <a:lnSpc>
                <a:spcPts val="998"/>
              </a:lnSpc>
            </a:pPr>
            <a:fld id="{0351FD24-FAAD-45AF-9B06-74FA98382690}" type="slidenum">
              <a:rPr lang="en-US" altLang="en-US" sz="798" smtClean="0">
                <a:solidFill>
                  <a:srgbClr val="BFBFBF"/>
                </a:solidFill>
                <a:cs typeface="+mn-cs"/>
              </a:rPr>
              <a:pPr defTabSz="456834">
                <a:lnSpc>
                  <a:spcPts val="998"/>
                </a:lnSpc>
              </a:pPr>
              <a:t>‹#›</a:t>
            </a:fld>
            <a:r>
              <a:rPr lang="en-US" altLang="en-US" sz="798" dirty="0">
                <a:solidFill>
                  <a:srgbClr val="BFBFBF"/>
                </a:solidFill>
                <a:cs typeface="+mn-cs"/>
              </a:rPr>
              <a:t> </a:t>
            </a:r>
          </a:p>
        </p:txBody>
      </p:sp>
      <p:pic>
        <p:nvPicPr>
          <p:cNvPr id="139271" name="Picture 8"/>
          <p:cNvPicPr>
            <a:picLocks noChangeAspect="1"/>
          </p:cNvPicPr>
          <p:nvPr userDrawn="1"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11465485" y="219075"/>
            <a:ext cx="510776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TextBox 3"/>
          <p:cNvSpPr txBox="1">
            <a:spLocks noChangeArrowheads="1"/>
          </p:cNvSpPr>
          <p:nvPr userDrawn="1"/>
        </p:nvSpPr>
        <p:spPr bwMode="auto">
          <a:xfrm>
            <a:off x="12395033" y="1982788"/>
            <a:ext cx="91368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456834" eaLnBrk="0" hangingPunct="0">
              <a:defRPr/>
            </a:pPr>
            <a:endParaRPr lang="en-US" altLang="en-US" sz="1398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32902" y="6176359"/>
            <a:ext cx="697723" cy="374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6834" fontAlgn="auto">
              <a:spcBef>
                <a:spcPts val="0"/>
              </a:spcBef>
              <a:spcAft>
                <a:spcPts val="0"/>
              </a:spcAft>
            </a:pPr>
            <a:endParaRPr lang="en-US" sz="1798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93236" y="6471739"/>
            <a:ext cx="669471" cy="22479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defTabSz="45683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A5A5A"/>
                </a:solidFill>
                <a:ea typeface="+mn-ea"/>
              </a:rPr>
              <a:t>Page </a:t>
            </a:r>
            <a:fld id="{8074B6C9-7640-0346-9181-9D7622A30249}" type="slidenum">
              <a:rPr lang="en-US" smtClean="0">
                <a:solidFill>
                  <a:srgbClr val="5A5A5A"/>
                </a:solidFill>
                <a:ea typeface="+mn-ea"/>
              </a:rPr>
              <a:pPr defTabSz="45683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>
              <a:solidFill>
                <a:srgbClr val="5A5A5A"/>
              </a:solidFill>
              <a:ea typeface="+mn-ea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902352" y="6434658"/>
            <a:ext cx="6089650" cy="184666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6834" fontAlgn="auto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9FDB"/>
                </a:solidFill>
                <a:latin typeface="Arial" panose="020B0604020202020204" pitchFamily="34" charset="0"/>
                <a:ea typeface="+mn-ea"/>
                <a:cs typeface="+mn-cs"/>
              </a:rPr>
              <a:t>AT&amp;T Proprietary - Internal Use Only. © 2016 AT&amp;T Intellectual Property. All rights reserved. AT&amp;T and the AT&amp;T logo are trademarks of AT&amp;T Intellectual Property.</a:t>
            </a:r>
            <a:r>
              <a:rPr lang="en-US" sz="600" dirty="0">
                <a:solidFill>
                  <a:srgbClr val="009FDB"/>
                </a:solidFill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611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509" r:id="rId1"/>
    <p:sldLayoutId id="2147489510" r:id="rId2"/>
    <p:sldLayoutId id="2147489511" r:id="rId3"/>
    <p:sldLayoutId id="2147489512" r:id="rId4"/>
    <p:sldLayoutId id="2147489513" r:id="rId5"/>
    <p:sldLayoutId id="2147489514" r:id="rId6"/>
    <p:sldLayoutId id="2147489515" r:id="rId7"/>
    <p:sldLayoutId id="2147489516" r:id="rId8"/>
    <p:sldLayoutId id="2147489517" r:id="rId9"/>
    <p:sldLayoutId id="2147489518" r:id="rId10"/>
    <p:sldLayoutId id="2147489519" r:id="rId11"/>
    <p:sldLayoutId id="2147489520" r:id="rId12"/>
    <p:sldLayoutId id="2147489521" r:id="rId13"/>
    <p:sldLayoutId id="2147489522" r:id="rId14"/>
    <p:sldLayoutId id="2147489523" r:id="rId15"/>
    <p:sldLayoutId id="2147489524" r:id="rId16"/>
    <p:sldLayoutId id="2147489525" r:id="rId17"/>
    <p:sldLayoutId id="2147489526" r:id="rId18"/>
    <p:sldLayoutId id="2147489527" r:id="rId19"/>
    <p:sldLayoutId id="2147489528" r:id="rId20"/>
    <p:sldLayoutId id="2147489529" r:id="rId21"/>
    <p:sldLayoutId id="2147489530" r:id="rId22"/>
    <p:sldLayoutId id="2147489531" r:id="rId23"/>
    <p:sldLayoutId id="2147489532" r:id="rId24"/>
    <p:sldLayoutId id="2147489533" r:id="rId25"/>
    <p:sldLayoutId id="2147489534" r:id="rId26"/>
    <p:sldLayoutId id="2147489535" r:id="rId27"/>
    <p:sldLayoutId id="2147489536" r:id="rId28"/>
    <p:sldLayoutId id="2147489537" r:id="rId29"/>
    <p:sldLayoutId id="2147489538" r:id="rId30"/>
    <p:sldLayoutId id="2147489539" r:id="rId31"/>
    <p:sldLayoutId id="2147489540" r:id="rId32"/>
    <p:sldLayoutId id="2147489541" r:id="rId33"/>
    <p:sldLayoutId id="2147489542" r:id="rId34"/>
    <p:sldLayoutId id="2147489543" r:id="rId35"/>
    <p:sldLayoutId id="2147489544" r:id="rId36"/>
    <p:sldLayoutId id="2147489545" r:id="rId37"/>
    <p:sldLayoutId id="2147489546" r:id="rId38"/>
    <p:sldLayoutId id="2147489547" r:id="rId39"/>
    <p:sldLayoutId id="2147489548" r:id="rId40"/>
    <p:sldLayoutId id="2147489549" r:id="rId41"/>
    <p:sldLayoutId id="2147489550" r:id="rId42"/>
    <p:sldLayoutId id="2147489551" r:id="rId43"/>
    <p:sldLayoutId id="2147489552" r:id="rId44"/>
    <p:sldLayoutId id="2147489553" r:id="rId45"/>
    <p:sldLayoutId id="2147489554" r:id="rId46"/>
    <p:sldLayoutId id="2147489555" r:id="rId47"/>
    <p:sldLayoutId id="2147489556" r:id="rId48"/>
    <p:sldLayoutId id="2147489557" r:id="rId49"/>
    <p:sldLayoutId id="2147489558" r:id="rId50"/>
    <p:sldLayoutId id="2147489559" r:id="rId51"/>
    <p:sldLayoutId id="2147489560" r:id="rId52"/>
    <p:sldLayoutId id="2147489561" r:id="rId53"/>
    <p:sldLayoutId id="2147489562" r:id="rId54"/>
    <p:sldLayoutId id="2147489563" r:id="rId55"/>
    <p:sldLayoutId id="2147489564" r:id="rId56"/>
    <p:sldLayoutId id="2147489565" r:id="rId57"/>
    <p:sldLayoutId id="2147489566" r:id="rId58"/>
    <p:sldLayoutId id="2147489567" r:id="rId59"/>
    <p:sldLayoutId id="2147489568" r:id="rId60"/>
    <p:sldLayoutId id="2147489569" r:id="rId61"/>
    <p:sldLayoutId id="2147489570" r:id="rId62"/>
    <p:sldLayoutId id="2147489571" r:id="rId63"/>
    <p:sldLayoutId id="2147489572" r:id="rId64"/>
    <p:sldLayoutId id="2147489573" r:id="rId65"/>
    <p:sldLayoutId id="2147489574" r:id="rId66"/>
    <p:sldLayoutId id="2147489575" r:id="rId67"/>
    <p:sldLayoutId id="2147489576" r:id="rId68"/>
    <p:sldLayoutId id="2147489577" r:id="rId69"/>
    <p:sldLayoutId id="2147489578" r:id="rId70"/>
    <p:sldLayoutId id="2147489579" r:id="rId71"/>
    <p:sldLayoutId id="2147489580" r:id="rId72"/>
    <p:sldLayoutId id="2147489581" r:id="rId73"/>
    <p:sldLayoutId id="2147489582" r:id="rId74"/>
    <p:sldLayoutId id="2147489583" r:id="rId75"/>
    <p:sldLayoutId id="2147489584" r:id="rId76"/>
    <p:sldLayoutId id="2147489585" r:id="rId77"/>
    <p:sldLayoutId id="2147489586" r:id="rId78"/>
    <p:sldLayoutId id="2147489587" r:id="rId79"/>
    <p:sldLayoutId id="2147489588" r:id="rId80"/>
    <p:sldLayoutId id="2147489589" r:id="rId81"/>
    <p:sldLayoutId id="2147489590" r:id="rId82"/>
    <p:sldLayoutId id="2147489591" r:id="rId83"/>
    <p:sldLayoutId id="2147489592" r:id="rId84"/>
    <p:sldLayoutId id="2147489593" r:id="rId85"/>
    <p:sldLayoutId id="2147489594" r:id="rId86"/>
    <p:sldLayoutId id="2147489595" r:id="rId87"/>
    <p:sldLayoutId id="2147489596" r:id="rId88"/>
    <p:sldLayoutId id="2147489597" r:id="rId89"/>
    <p:sldLayoutId id="2147489858" r:id="rId90"/>
  </p:sldLayoutIdLst>
  <p:hf hdr="0" ftr="0" dt="0"/>
  <p:txStyles>
    <p:titleStyle>
      <a:lvl1pPr algn="l" defTabSz="456469" rtl="0" eaLnBrk="0" fontAlgn="base" hangingPunct="0">
        <a:lnSpc>
          <a:spcPct val="110000"/>
        </a:lnSpc>
        <a:spcBef>
          <a:spcPct val="0"/>
        </a:spcBef>
        <a:spcAft>
          <a:spcPts val="998"/>
        </a:spcAft>
        <a:defRPr kern="1200">
          <a:solidFill>
            <a:srgbClr val="FFFFFF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defTabSz="456469" rtl="0" eaLnBrk="0" fontAlgn="base" hangingPunct="0">
        <a:lnSpc>
          <a:spcPct val="110000"/>
        </a:lnSpc>
        <a:spcBef>
          <a:spcPct val="0"/>
        </a:spcBef>
        <a:spcAft>
          <a:spcPts val="998"/>
        </a:spcAft>
        <a:defRPr>
          <a:solidFill>
            <a:srgbClr val="FFFFFF"/>
          </a:solidFill>
          <a:latin typeface="Calibri" charset="0"/>
          <a:ea typeface="MS PGothic" panose="020B0600070205080204" pitchFamily="34" charset="-128"/>
          <a:cs typeface="MS PGothic" charset="0"/>
        </a:defRPr>
      </a:lvl2pPr>
      <a:lvl3pPr algn="l" defTabSz="456469" rtl="0" eaLnBrk="0" fontAlgn="base" hangingPunct="0">
        <a:lnSpc>
          <a:spcPct val="110000"/>
        </a:lnSpc>
        <a:spcBef>
          <a:spcPct val="0"/>
        </a:spcBef>
        <a:spcAft>
          <a:spcPts val="998"/>
        </a:spcAft>
        <a:defRPr>
          <a:solidFill>
            <a:srgbClr val="FFFFFF"/>
          </a:solidFill>
          <a:latin typeface="Calibri" charset="0"/>
          <a:ea typeface="MS PGothic" panose="020B0600070205080204" pitchFamily="34" charset="-128"/>
          <a:cs typeface="MS PGothic" charset="0"/>
        </a:defRPr>
      </a:lvl3pPr>
      <a:lvl4pPr algn="l" defTabSz="456469" rtl="0" eaLnBrk="0" fontAlgn="base" hangingPunct="0">
        <a:lnSpc>
          <a:spcPct val="110000"/>
        </a:lnSpc>
        <a:spcBef>
          <a:spcPct val="0"/>
        </a:spcBef>
        <a:spcAft>
          <a:spcPts val="998"/>
        </a:spcAft>
        <a:defRPr>
          <a:solidFill>
            <a:srgbClr val="FFFFFF"/>
          </a:solidFill>
          <a:latin typeface="Calibri" charset="0"/>
          <a:ea typeface="MS PGothic" panose="020B0600070205080204" pitchFamily="34" charset="-128"/>
          <a:cs typeface="MS PGothic" charset="0"/>
        </a:defRPr>
      </a:lvl4pPr>
      <a:lvl5pPr algn="l" defTabSz="456469" rtl="0" eaLnBrk="0" fontAlgn="base" hangingPunct="0">
        <a:lnSpc>
          <a:spcPct val="110000"/>
        </a:lnSpc>
        <a:spcBef>
          <a:spcPct val="0"/>
        </a:spcBef>
        <a:spcAft>
          <a:spcPts val="998"/>
        </a:spcAft>
        <a:defRPr>
          <a:solidFill>
            <a:srgbClr val="FFFFFF"/>
          </a:solidFill>
          <a:latin typeface="Calibri" charset="0"/>
          <a:ea typeface="MS PGothic" panose="020B0600070205080204" pitchFamily="34" charset="-128"/>
          <a:cs typeface="MS PGothic" charset="0"/>
        </a:defRPr>
      </a:lvl5pPr>
      <a:lvl6pPr marL="456469" algn="l" defTabSz="456469" rtl="0" fontAlgn="base">
        <a:lnSpc>
          <a:spcPct val="110000"/>
        </a:lnSpc>
        <a:spcBef>
          <a:spcPct val="0"/>
        </a:spcBef>
        <a:spcAft>
          <a:spcPts val="998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6pPr>
      <a:lvl7pPr marL="912937" algn="l" defTabSz="456469" rtl="0" fontAlgn="base">
        <a:lnSpc>
          <a:spcPct val="110000"/>
        </a:lnSpc>
        <a:spcBef>
          <a:spcPct val="0"/>
        </a:spcBef>
        <a:spcAft>
          <a:spcPts val="998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7pPr>
      <a:lvl8pPr marL="1369407" algn="l" defTabSz="456469" rtl="0" fontAlgn="base">
        <a:lnSpc>
          <a:spcPct val="110000"/>
        </a:lnSpc>
        <a:spcBef>
          <a:spcPct val="0"/>
        </a:spcBef>
        <a:spcAft>
          <a:spcPts val="998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8pPr>
      <a:lvl9pPr marL="1825875" algn="l" defTabSz="456469" rtl="0" fontAlgn="base">
        <a:lnSpc>
          <a:spcPct val="110000"/>
        </a:lnSpc>
        <a:spcBef>
          <a:spcPct val="0"/>
        </a:spcBef>
        <a:spcAft>
          <a:spcPts val="998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352" indent="-342352" algn="l" defTabSz="456469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defRPr sz="2396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1762" indent="-285293" algn="l" defTabSz="456469" rtl="0" eaLnBrk="0" fontAlgn="base" hangingPunct="0">
        <a:spcBef>
          <a:spcPct val="0"/>
        </a:spcBef>
        <a:spcAft>
          <a:spcPts val="798"/>
        </a:spcAft>
        <a:buClr>
          <a:schemeClr val="tx2"/>
        </a:buClr>
        <a:defRPr sz="1398" kern="12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228234" indent="-228234" algn="l" defTabSz="456469" rtl="0" eaLnBrk="0" fontAlgn="base" hangingPunct="0">
        <a:spcBef>
          <a:spcPct val="0"/>
        </a:spcBef>
        <a:spcAft>
          <a:spcPts val="798"/>
        </a:spcAft>
        <a:buClr>
          <a:schemeClr val="tx2"/>
        </a:buClr>
        <a:buFont typeface="Lucida Grande" charset="0"/>
        <a:buChar char="–"/>
        <a:defRPr sz="1398" kern="12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456469" indent="-231405" algn="l" defTabSz="456469" rtl="0" eaLnBrk="0" fontAlgn="base" hangingPunct="0">
        <a:spcBef>
          <a:spcPct val="0"/>
        </a:spcBef>
        <a:spcAft>
          <a:spcPts val="798"/>
        </a:spcAft>
        <a:buClr>
          <a:schemeClr val="tx2"/>
        </a:buClr>
        <a:buFont typeface="Arial" panose="020B0604020202020204" pitchFamily="34" charset="0"/>
        <a:buChar char="•"/>
        <a:defRPr sz="1398" kern="12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684703" indent="-228234" algn="l" defTabSz="456469" rtl="0" eaLnBrk="0" fontAlgn="base" hangingPunct="0">
        <a:spcBef>
          <a:spcPct val="0"/>
        </a:spcBef>
        <a:spcAft>
          <a:spcPts val="798"/>
        </a:spcAft>
        <a:buClr>
          <a:schemeClr val="tx2"/>
        </a:buClr>
        <a:buFont typeface="Lucida Grande" charset="0"/>
        <a:buChar char="–"/>
        <a:defRPr sz="1398" kern="12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916108" indent="-228234" algn="l" defTabSz="456469" rtl="0" eaLnBrk="1" latinLnBrk="0" hangingPunct="1">
        <a:lnSpc>
          <a:spcPct val="100000"/>
        </a:lnSpc>
        <a:spcBef>
          <a:spcPts val="0"/>
        </a:spcBef>
        <a:spcAft>
          <a:spcPts val="798"/>
        </a:spcAft>
        <a:buClr>
          <a:schemeClr val="tx2"/>
        </a:buClr>
        <a:buFont typeface="Lucida Grande"/>
        <a:buChar char="»"/>
        <a:defRPr sz="1398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141172" indent="-225065" algn="l" defTabSz="456469" rtl="0" eaLnBrk="1" latinLnBrk="0" hangingPunct="1">
        <a:lnSpc>
          <a:spcPct val="100000"/>
        </a:lnSpc>
        <a:spcBef>
          <a:spcPts val="0"/>
        </a:spcBef>
        <a:spcAft>
          <a:spcPts val="798"/>
        </a:spcAft>
        <a:buClr>
          <a:schemeClr val="tx2"/>
        </a:buClr>
        <a:buFont typeface="Arial"/>
        <a:buChar char="•"/>
        <a:defRPr sz="1398" kern="1200">
          <a:solidFill>
            <a:schemeClr val="tx2"/>
          </a:solidFill>
          <a:latin typeface="+mn-lt"/>
          <a:ea typeface="+mn-ea"/>
          <a:cs typeface="+mn-cs"/>
        </a:defRPr>
      </a:lvl7pPr>
      <a:lvl8pPr marL="3423516" indent="-228234" algn="l" defTabSz="456469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8pPr>
      <a:lvl9pPr marL="3879985" indent="-228234" algn="l" defTabSz="456469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469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2937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69407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5875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2344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38812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5282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1750" algn="l" defTabSz="456469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3198" y="457200"/>
            <a:ext cx="10705521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455" y="1549400"/>
            <a:ext cx="10705519" cy="405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0" y="5867400"/>
            <a:ext cx="12179300" cy="831850"/>
            <a:chOff x="0" y="3696"/>
            <a:chExt cx="5760" cy="524"/>
          </a:xfrm>
        </p:grpSpPr>
        <p:sp>
          <p:nvSpPr>
            <p:cNvPr id="38917" name="Freeform 5"/>
            <p:cNvSpPr>
              <a:spLocks/>
            </p:cNvSpPr>
            <p:nvPr/>
          </p:nvSpPr>
          <p:spPr bwMode="ltGray">
            <a:xfrm>
              <a:off x="0" y="3696"/>
              <a:ext cx="5760" cy="233"/>
            </a:xfrm>
            <a:custGeom>
              <a:avLst/>
              <a:gdLst/>
              <a:ahLst/>
              <a:cxnLst>
                <a:cxn ang="0">
                  <a:pos x="0" y="342"/>
                </a:cxn>
                <a:cxn ang="0">
                  <a:pos x="2989" y="319"/>
                </a:cxn>
                <a:cxn ang="0">
                  <a:pos x="5760" y="0"/>
                </a:cxn>
                <a:cxn ang="0">
                  <a:pos x="5760" y="630"/>
                </a:cxn>
                <a:cxn ang="0">
                  <a:pos x="0" y="630"/>
                </a:cxn>
                <a:cxn ang="0">
                  <a:pos x="0" y="342"/>
                </a:cxn>
              </a:cxnLst>
              <a:rect l="0" t="0" r="r" b="b"/>
              <a:pathLst>
                <a:path w="5760" h="630">
                  <a:moveTo>
                    <a:pt x="0" y="342"/>
                  </a:moveTo>
                  <a:cubicBezTo>
                    <a:pt x="1014" y="359"/>
                    <a:pt x="2029" y="376"/>
                    <a:pt x="2989" y="319"/>
                  </a:cubicBezTo>
                  <a:cubicBezTo>
                    <a:pt x="3949" y="262"/>
                    <a:pt x="5013" y="171"/>
                    <a:pt x="5760" y="0"/>
                  </a:cubicBezTo>
                  <a:cubicBezTo>
                    <a:pt x="5760" y="315"/>
                    <a:pt x="5760" y="630"/>
                    <a:pt x="5760" y="630"/>
                  </a:cubicBezTo>
                  <a:lnTo>
                    <a:pt x="0" y="630"/>
                  </a:lnTo>
                  <a:lnTo>
                    <a:pt x="0" y="342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>
              <a:noFill/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dirty="0">
                <a:solidFill>
                  <a:srgbClr val="4D4D4D"/>
                </a:solidFill>
                <a:latin typeface="Verdana"/>
                <a:ea typeface="+mn-ea"/>
                <a:cs typeface="+mn-cs"/>
              </a:endParaRPr>
            </a:p>
          </p:txBody>
        </p:sp>
        <p:pic>
          <p:nvPicPr>
            <p:cNvPr id="38918" name="Picture 6" descr="att_slidedark_logo300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ltGray">
            <a:xfrm>
              <a:off x="5114" y="3982"/>
              <a:ext cx="504" cy="238"/>
            </a:xfrm>
            <a:prstGeom prst="rect">
              <a:avLst/>
            </a:prstGeom>
            <a:noFill/>
          </p:spPr>
        </p:pic>
      </p:grpSp>
      <p:sp>
        <p:nvSpPr>
          <p:cNvPr id="3891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60478" y="6578600"/>
            <a:ext cx="219481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fld id="{41F865FE-1A15-3F40-8E92-DAD77C961098}" type="datetime1">
              <a:rPr lang="en-US" smtClean="0">
                <a:solidFill>
                  <a:srgbClr val="FFFFFF"/>
                </a:solidFill>
                <a:ea typeface="+mn-ea"/>
                <a:cs typeface="+mn-cs"/>
              </a:rPr>
              <a:pPr fontAlgn="auto">
                <a:spcAft>
                  <a:spcPts val="0"/>
                </a:spcAft>
              </a:pPr>
              <a:t>6/4/2026</a:t>
            </a:fld>
            <a:endParaRPr lang="en-US" dirty="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07473" y="6580188"/>
            <a:ext cx="108894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ea typeface="+mn-ea"/>
                <a:cs typeface="+mn-cs"/>
              </a:rPr>
              <a:t>Page </a:t>
            </a:r>
            <a:fld id="{3C826FCA-C9B9-48F1-87EF-837E687D53E8}" type="slidenum">
              <a:rPr lang="en-US" smtClean="0">
                <a:solidFill>
                  <a:srgbClr val="FFFFFF"/>
                </a:solidFill>
                <a:ea typeface="+mn-ea"/>
                <a:cs typeface="+mn-cs"/>
              </a:rPr>
              <a:pPr fontAlgn="auto"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29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830" r:id="rId1"/>
    <p:sldLayoutId id="2147489831" r:id="rId2"/>
    <p:sldLayoutId id="2147489832" r:id="rId3"/>
    <p:sldLayoutId id="2147489833" r:id="rId4"/>
    <p:sldLayoutId id="2147489834" r:id="rId5"/>
    <p:sldLayoutId id="2147489835" r:id="rId6"/>
    <p:sldLayoutId id="2147489836" r:id="rId7"/>
    <p:sldLayoutId id="2147489837" r:id="rId8"/>
    <p:sldLayoutId id="2147489838" r:id="rId9"/>
    <p:sldLayoutId id="2147489839" r:id="rId10"/>
    <p:sldLayoutId id="2147489840" r:id="rId11"/>
  </p:sldLayoutIdLst>
  <p:hf hdr="0" ftr="0" dt="0"/>
  <p:txStyles>
    <p:titleStyle>
      <a:lvl1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2"/>
          </a:solidFill>
          <a:latin typeface="+mj-lt"/>
          <a:ea typeface="+mj-ea"/>
          <a:cs typeface="+mj-cs"/>
        </a:defRPr>
      </a:lvl1pPr>
      <a:lvl2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2pPr>
      <a:lvl3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3pPr>
      <a:lvl4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4pPr>
      <a:lvl5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5pPr>
      <a:lvl6pPr marL="4572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6pPr>
      <a:lvl7pPr marL="9144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7pPr>
      <a:lvl8pPr marL="13716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8pPr>
      <a:lvl9pPr marL="18288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34" charset="0"/>
        </a:defRPr>
      </a:lvl9pPr>
    </p:titleStyle>
    <p:bodyStyle>
      <a:lvl1pPr algn="l" defTabSz="947738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SzPct val="100000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234950" indent="-233363" algn="l" defTabSz="947738" rtl="0" eaLnBrk="0" fontAlgn="base" hangingPunct="0">
        <a:spcBef>
          <a:spcPct val="10000"/>
        </a:spcBef>
        <a:spcAft>
          <a:spcPct val="30000"/>
        </a:spcAft>
        <a:buClr>
          <a:schemeClr val="tx1"/>
        </a:buClr>
        <a:buSzPct val="80000"/>
        <a:buChar char="•"/>
        <a:defRPr sz="2000">
          <a:solidFill>
            <a:schemeClr val="accent1"/>
          </a:solidFill>
          <a:latin typeface="+mn-lt"/>
        </a:defRPr>
      </a:lvl2pPr>
      <a:lvl3pPr marL="461963" indent="-225425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IB Wb Regular"/>
        <a:buChar char="–"/>
        <a:defRPr>
          <a:solidFill>
            <a:schemeClr val="accent1"/>
          </a:solidFill>
          <a:latin typeface="+mn-lt"/>
        </a:defRPr>
      </a:lvl3pPr>
      <a:lvl4pPr marL="692150" indent="-22860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Char char="•"/>
        <a:defRPr sz="1600">
          <a:solidFill>
            <a:schemeClr val="accent1"/>
          </a:solidFill>
          <a:latin typeface="+mn-lt"/>
        </a:defRPr>
      </a:lvl4pPr>
      <a:lvl5pPr marL="9159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accent1"/>
          </a:solidFill>
          <a:latin typeface="+mn-lt"/>
        </a:defRPr>
      </a:lvl5pPr>
      <a:lvl6pPr marL="13731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tx1"/>
          </a:solidFill>
          <a:latin typeface="+mn-lt"/>
        </a:defRPr>
      </a:lvl6pPr>
      <a:lvl7pPr marL="18303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tx1"/>
          </a:solidFill>
          <a:latin typeface="+mn-lt"/>
        </a:defRPr>
      </a:lvl7pPr>
      <a:lvl8pPr marL="22875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tx1"/>
          </a:solidFill>
          <a:latin typeface="+mn-lt"/>
        </a:defRPr>
      </a:lvl8pPr>
      <a:lvl9pPr marL="27447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34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601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601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C6C2-C436-4215-9CB7-CD83655B718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0838" y="6356350"/>
            <a:ext cx="3857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8075" y="6356350"/>
            <a:ext cx="284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D272A-24DB-448C-9645-AF9DF34593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847" r:id="rId1"/>
    <p:sldLayoutId id="2147489848" r:id="rId2"/>
    <p:sldLayoutId id="2147489849" r:id="rId3"/>
    <p:sldLayoutId id="2147489850" r:id="rId4"/>
    <p:sldLayoutId id="2147489851" r:id="rId5"/>
    <p:sldLayoutId id="2147489852" r:id="rId6"/>
    <p:sldLayoutId id="2147489853" r:id="rId7"/>
    <p:sldLayoutId id="2147489854" r:id="rId8"/>
    <p:sldLayoutId id="2147489855" r:id="rId9"/>
    <p:sldLayoutId id="2147489856" r:id="rId10"/>
    <p:sldLayoutId id="21474898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11" y="1453851"/>
            <a:ext cx="11200305" cy="1057121"/>
          </a:xfrm>
        </p:spPr>
        <p:txBody>
          <a:bodyPr/>
          <a:lstStyle/>
          <a:p>
            <a:r>
              <a:rPr lang="en-US" sz="4800" b="1" dirty="0"/>
              <a:t>ETE Test Deck (Wireline &amp; MFE)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56076" y="3608394"/>
            <a:ext cx="3365135" cy="42814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4 Jun 2026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304269" cy="118061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pic>
        <p:nvPicPr>
          <p:cNvPr id="5" name="ibm white.png"/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559486" y="230107"/>
            <a:ext cx="885812" cy="45165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B4A73-DF4F-48F3-BEBD-B6EB8218964C}"/>
              </a:ext>
            </a:extLst>
          </p:cNvPr>
          <p:cNvSpPr txBox="1"/>
          <p:nvPr/>
        </p:nvSpPr>
        <p:spPr>
          <a:xfrm>
            <a:off x="3328307" y="3244334"/>
            <a:ext cx="66566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81739588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753BF-346A-4E0D-8A35-0CFAF723DA8F}"/>
              </a:ext>
            </a:extLst>
          </p:cNvPr>
          <p:cNvSpPr txBox="1"/>
          <p:nvPr/>
        </p:nvSpPr>
        <p:spPr>
          <a:xfrm>
            <a:off x="3328307" y="3244334"/>
            <a:ext cx="66566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81739588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E9971-BD3A-484A-A92C-7BFDDEE176C6}"/>
              </a:ext>
            </a:extLst>
          </p:cNvPr>
          <p:cNvSpPr txBox="1"/>
          <p:nvPr/>
        </p:nvSpPr>
        <p:spPr>
          <a:xfrm>
            <a:off x="3328307" y="3244334"/>
            <a:ext cx="66566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81739588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C9D4E-AB20-292E-F6AB-F9557C0A8E76}"/>
              </a:ext>
            </a:extLst>
          </p:cNvPr>
          <p:cNvSpPr txBox="1"/>
          <p:nvPr/>
        </p:nvSpPr>
        <p:spPr>
          <a:xfrm>
            <a:off x="3328307" y="3244334"/>
            <a:ext cx="66566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/>
              <a:t>83682664</a:t>
            </a:r>
          </a:p>
        </p:txBody>
      </p:sp>
    </p:spTree>
    <p:extLst>
      <p:ext uri="{BB962C8B-B14F-4D97-AF65-F5344CB8AC3E}">
        <p14:creationId xmlns:p14="http://schemas.microsoft.com/office/powerpoint/2010/main" val="304817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A7BF-74B8-19A5-0E04-3FF52C85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7DB62E-72AF-4047-5086-3866D146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519B99A4-A40A-08F3-AC7D-032A97FA25BE}"/>
              </a:ext>
            </a:extLst>
          </p:cNvPr>
          <p:cNvSpPr txBox="1">
            <a:spLocks/>
          </p:cNvSpPr>
          <p:nvPr/>
        </p:nvSpPr>
        <p:spPr>
          <a:xfrm>
            <a:off x="153520" y="184797"/>
            <a:ext cx="9309633" cy="606639"/>
          </a:xfrm>
        </p:spPr>
        <p:txBody>
          <a:bodyPr>
            <a:noAutofit/>
          </a:bodyPr>
          <a:lstStyle>
            <a:lvl1pPr algn="l" defTabSz="456469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 kern="1200">
                <a:solidFill>
                  <a:srgbClr val="FFFFFF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l" defTabSz="456469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rgbClr val="FFFFFF"/>
                </a:solidFill>
                <a:latin typeface="Calibri" charset="0"/>
                <a:ea typeface="MS PGothic" panose="020B0600070205080204" pitchFamily="34" charset="-128"/>
                <a:cs typeface="MS PGothic" charset="0"/>
              </a:defRPr>
            </a:lvl2pPr>
            <a:lvl3pPr algn="l" defTabSz="456469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rgbClr val="FFFFFF"/>
                </a:solidFill>
                <a:latin typeface="Calibri" charset="0"/>
                <a:ea typeface="MS PGothic" panose="020B0600070205080204" pitchFamily="34" charset="-128"/>
                <a:cs typeface="MS PGothic" charset="0"/>
              </a:defRPr>
            </a:lvl3pPr>
            <a:lvl4pPr algn="l" defTabSz="456469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rgbClr val="FFFFFF"/>
                </a:solidFill>
                <a:latin typeface="Calibri" charset="0"/>
                <a:ea typeface="MS PGothic" panose="020B0600070205080204" pitchFamily="34" charset="-128"/>
                <a:cs typeface="MS PGothic" charset="0"/>
              </a:defRPr>
            </a:lvl4pPr>
            <a:lvl5pPr algn="l" defTabSz="456469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rgbClr val="FFFFFF"/>
                </a:solidFill>
                <a:latin typeface="Calibri" charset="0"/>
                <a:ea typeface="MS PGothic" panose="020B0600070205080204" pitchFamily="34" charset="-128"/>
                <a:cs typeface="MS PGothic" charset="0"/>
              </a:defRPr>
            </a:lvl5pPr>
            <a:lvl6pPr marL="456469" algn="l" defTabSz="456469" rtl="0" fontAlgn="base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2937" algn="l" defTabSz="456469" rtl="0" fontAlgn="base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69407" algn="l" defTabSz="456469" rtl="0" fontAlgn="base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5875" algn="l" defTabSz="456469" rtl="0" fontAlgn="base">
              <a:lnSpc>
                <a:spcPct val="110000"/>
              </a:lnSpc>
              <a:spcBef>
                <a:spcPct val="0"/>
              </a:spcBef>
              <a:spcAft>
                <a:spcPts val="998"/>
              </a:spcAft>
              <a:defRPr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200" b="1" dirty="0"/>
              <a:t>Jun’26 Release Dashboard - Summary</a:t>
            </a:r>
          </a:p>
        </p:txBody>
      </p:sp>
      <p:pic>
        <p:nvPicPr>
          <p:cNvPr id="74" name="ibm white.png">
            <a:extLst>
              <a:ext uri="{FF2B5EF4-FFF2-40B4-BE49-F238E27FC236}">
                <a16:creationId xmlns:a16="http://schemas.microsoft.com/office/drawing/2014/main" id="{B56FB51E-7C0C-7604-DFBE-5F3BF525F71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85FD0C9-7FAE-B156-96EF-833021F614DD}"/>
              </a:ext>
            </a:extLst>
          </p:cNvPr>
          <p:cNvCxnSpPr>
            <a:cxnSpLocks/>
          </p:cNvCxnSpPr>
          <p:nvPr/>
        </p:nvCxnSpPr>
        <p:spPr>
          <a:xfrm>
            <a:off x="6409266" y="990600"/>
            <a:ext cx="0" cy="5427133"/>
          </a:xfrm>
          <a:prstGeom prst="line">
            <a:avLst/>
          </a:prstGeom>
          <a:ln w="19050" cmpd="sng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80A98EC9-2F30-84FE-BDCF-C56911AEA580}"/>
              </a:ext>
            </a:extLst>
          </p:cNvPr>
          <p:cNvGraphicFramePr>
            <a:graphicFrameLocks noGrp="1"/>
          </p:cNvGraphicFramePr>
          <p:nvPr/>
        </p:nvGraphicFramePr>
        <p:xfrm>
          <a:off x="6455407" y="1056863"/>
          <a:ext cx="5613011" cy="3352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13011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</a:tblGrid>
              <a:tr h="277741">
                <a:tc>
                  <a:txBody>
                    <a:bodyPr/>
                    <a:lstStyle/>
                    <a:p>
                      <a:pPr marL="0" marR="0" lvl="0" indent="0" algn="ctr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/>
                        <a:t>ETE - Schedule Status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37D6B31-2BA8-54BB-AE1F-5BFD69427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07219"/>
              </p:ext>
            </p:extLst>
          </p:nvPr>
        </p:nvGraphicFramePr>
        <p:xfrm>
          <a:off x="4181609" y="2265314"/>
          <a:ext cx="1754630" cy="184155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99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20">
                  <a:extLst>
                    <a:ext uri="{9D8B030D-6E8A-4147-A177-3AD203B41FA5}">
                      <a16:colId xmlns:a16="http://schemas.microsoft.com/office/drawing/2014/main" val="3549180966"/>
                    </a:ext>
                  </a:extLst>
                </a:gridCol>
              </a:tblGrid>
              <a:tr h="522274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26.06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  <a:tr h="329819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Wireline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35211"/>
                  </a:ext>
                </a:extLst>
              </a:tr>
              <a:tr h="329819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MFE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267497"/>
                  </a:ext>
                </a:extLst>
              </a:tr>
              <a:tr h="329819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ETE Billing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819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A8DB5C-5A34-256B-C06F-9DB78B4DC11B}"/>
              </a:ext>
            </a:extLst>
          </p:cNvPr>
          <p:cNvSpPr txBox="1"/>
          <p:nvPr/>
        </p:nvSpPr>
        <p:spPr>
          <a:xfrm>
            <a:off x="4715995" y="5849408"/>
            <a:ext cx="1373655" cy="1878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BE905-2D46-58D0-14D8-2F101C951A1E}"/>
              </a:ext>
            </a:extLst>
          </p:cNvPr>
          <p:cNvSpPr txBox="1"/>
          <p:nvPr/>
        </p:nvSpPr>
        <p:spPr>
          <a:xfrm>
            <a:off x="8636924" y="16574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endParaRPr lang="en-IN" sz="1400" dirty="0" err="1">
              <a:solidFill>
                <a:schemeClr val="tx2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ECC295-A7D2-FF8A-3FA9-CCFBE729B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658676"/>
              </p:ext>
            </p:extLst>
          </p:nvPr>
        </p:nvGraphicFramePr>
        <p:xfrm>
          <a:off x="6455400" y="1433176"/>
          <a:ext cx="5613018" cy="130342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421535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  <a:gridCol w="219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28">
                <a:tc gridSpan="2">
                  <a:txBody>
                    <a:bodyPr/>
                    <a:lstStyle/>
                    <a:p>
                      <a:r>
                        <a:rPr lang="en-US" sz="1600" kern="1200" baseline="0" dirty="0"/>
                        <a:t>Scope baselined 15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ETE</a:t>
                      </a:r>
                      <a:r>
                        <a:rPr lang="en-US" sz="1200" baseline="0" dirty="0"/>
                        <a:t> Approved Schedule                                                                             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Awaiting approval  ST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010919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 Scope baselined :  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en-US" sz="120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77377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B236FF7-810D-1667-8BF8-EAAC9F01D298}"/>
              </a:ext>
            </a:extLst>
          </p:cNvPr>
          <p:cNvGraphicFramePr>
            <a:graphicFrameLocks noGrp="1"/>
          </p:cNvGraphicFramePr>
          <p:nvPr/>
        </p:nvGraphicFramePr>
        <p:xfrm>
          <a:off x="6501398" y="4747952"/>
          <a:ext cx="5567020" cy="3352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567020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</a:tblGrid>
              <a:tr h="277741">
                <a:tc>
                  <a:txBody>
                    <a:bodyPr/>
                    <a:lstStyle/>
                    <a:p>
                      <a:pPr marL="0" marR="0" lvl="0" indent="0" algn="ctr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/>
                        <a:t>ETE Billing - Schedule Status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</a:tbl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5512425-C367-382E-6B92-3B8310210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220459"/>
              </p:ext>
            </p:extLst>
          </p:nvPr>
        </p:nvGraphicFramePr>
        <p:xfrm>
          <a:off x="553117" y="1664812"/>
          <a:ext cx="3873389" cy="4078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6639A8-ED92-D234-2AB4-9A69B925E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919"/>
              </p:ext>
            </p:extLst>
          </p:nvPr>
        </p:nvGraphicFramePr>
        <p:xfrm>
          <a:off x="6501398" y="5164263"/>
          <a:ext cx="5613018" cy="130342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421535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  <a:gridCol w="219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28">
                <a:tc gridSpan="2">
                  <a:txBody>
                    <a:bodyPr/>
                    <a:lstStyle/>
                    <a:p>
                      <a:r>
                        <a:rPr lang="en-US" sz="1600" kern="1200" baseline="0" dirty="0"/>
                        <a:t>Scope baselined : 1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ETE</a:t>
                      </a:r>
                      <a:r>
                        <a:rPr lang="en-US" sz="1200" baseline="0" dirty="0"/>
                        <a:t> Approved Schedule                                                                             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Awaiting approval  ST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010919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 Scope baselined : 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en-US" sz="120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77377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09543F-C49E-F41B-6B0F-77FBD1915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944556"/>
              </p:ext>
            </p:extLst>
          </p:nvPr>
        </p:nvGraphicFramePr>
        <p:xfrm>
          <a:off x="6455400" y="3260130"/>
          <a:ext cx="5613018" cy="130342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421535">
                  <a:extLst>
                    <a:ext uri="{9D8B030D-6E8A-4147-A177-3AD203B41FA5}">
                      <a16:colId xmlns:a16="http://schemas.microsoft.com/office/drawing/2014/main" val="1760501023"/>
                    </a:ext>
                  </a:extLst>
                </a:gridCol>
                <a:gridCol w="2191483">
                  <a:extLst>
                    <a:ext uri="{9D8B030D-6E8A-4147-A177-3AD203B41FA5}">
                      <a16:colId xmlns:a16="http://schemas.microsoft.com/office/drawing/2014/main" val="3169062308"/>
                    </a:ext>
                  </a:extLst>
                </a:gridCol>
              </a:tblGrid>
              <a:tr h="367228">
                <a:tc gridSpan="2">
                  <a:txBody>
                    <a:bodyPr/>
                    <a:lstStyle/>
                    <a:p>
                      <a:r>
                        <a:rPr lang="en-US" sz="1600" kern="1200" baseline="0" dirty="0"/>
                        <a:t>Scope baselined : 5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72982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ETE</a:t>
                      </a:r>
                      <a:r>
                        <a:rPr lang="en-US" sz="1200" baseline="0" dirty="0"/>
                        <a:t> Approved Schedule                                                                             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736707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Awaiting approval  ST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140516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marL="0" marR="0" lvl="0" indent="0" algn="l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 Scope baselined :  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en-US" sz="120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1978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7C557D-E8FB-4FDC-25F9-E44C66943109}"/>
              </a:ext>
            </a:extLst>
          </p:cNvPr>
          <p:cNvGraphicFramePr>
            <a:graphicFrameLocks noGrp="1"/>
          </p:cNvGraphicFramePr>
          <p:nvPr/>
        </p:nvGraphicFramePr>
        <p:xfrm>
          <a:off x="6455407" y="2923857"/>
          <a:ext cx="5613011" cy="3352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13011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</a:tblGrid>
              <a:tr h="277741">
                <a:tc>
                  <a:txBody>
                    <a:bodyPr/>
                    <a:lstStyle/>
                    <a:p>
                      <a:pPr marL="0" marR="0" lvl="0" indent="0" algn="ctr" defTabSz="4564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/>
                        <a:t>MFE - Schedule Status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00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688E-0141-A5DA-A909-7BB63CD7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91510B-580B-E0ED-A167-E7FA247D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6" y="224872"/>
            <a:ext cx="10484434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Overall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BB9828B8-C5A1-C40D-224D-786479C771B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5CF09E4-E873-812D-10FB-A1C92D5F3637}"/>
              </a:ext>
            </a:extLst>
          </p:cNvPr>
          <p:cNvGraphicFramePr/>
          <p:nvPr/>
        </p:nvGraphicFramePr>
        <p:xfrm>
          <a:off x="2116119" y="1004501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B9D5B9-0342-B1E4-7AEB-C7448F9FA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014237"/>
              </p:ext>
            </p:extLst>
          </p:nvPr>
        </p:nvGraphicFramePr>
        <p:xfrm>
          <a:off x="0" y="812383"/>
          <a:ext cx="2754086" cy="21945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5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448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</a:tblGrid>
              <a:tr h="25060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en-US" sz="12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Summary</a:t>
                      </a:r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GREY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805299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200" b="0" dirty="0">
                          <a:solidFill>
                            <a:schemeClr val="tx2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marL="0" indent="0" algn="l"/>
                      <a:endParaRPr lang="en-US" sz="1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en-US" sz="1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762852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11DA0DB-046C-6390-EBA9-0F0C7E4E6B54}"/>
              </a:ext>
            </a:extLst>
          </p:cNvPr>
          <p:cNvGraphicFramePr/>
          <p:nvPr/>
        </p:nvGraphicFramePr>
        <p:xfrm>
          <a:off x="2189388" y="928349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76F3B0D-1744-543C-05B9-6E65D7CEE24E}"/>
              </a:ext>
            </a:extLst>
          </p:cNvPr>
          <p:cNvGraphicFramePr/>
          <p:nvPr/>
        </p:nvGraphicFramePr>
        <p:xfrm>
          <a:off x="2149926" y="1036173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1BCE0BF-6F26-8F36-55E1-3A901D649AB7}"/>
              </a:ext>
            </a:extLst>
          </p:cNvPr>
          <p:cNvSpPr/>
          <p:nvPr/>
        </p:nvSpPr>
        <p:spPr>
          <a:xfrm>
            <a:off x="5529048" y="3244334"/>
            <a:ext cx="1121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</a:rPr>
              <a:t>Project ID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1248726-14CA-D5D2-64E4-46DD07EDD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1512157"/>
              </p:ext>
            </p:extLst>
          </p:nvPr>
        </p:nvGraphicFramePr>
        <p:xfrm>
          <a:off x="2594129" y="914162"/>
          <a:ext cx="3248024" cy="1991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958BEE0-E0F3-5482-4382-4184A9980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42937"/>
              </p:ext>
            </p:extLst>
          </p:nvPr>
        </p:nvGraphicFramePr>
        <p:xfrm>
          <a:off x="0" y="2716362"/>
          <a:ext cx="11970762" cy="3888641"/>
        </p:xfrm>
        <a:graphic>
          <a:graphicData uri="http://schemas.openxmlformats.org/drawingml/2006/table">
            <a:tbl>
              <a:tblPr firstRow="1" lastCol="1" bandRow="1" bandCol="1"/>
              <a:tblGrid>
                <a:gridCol w="811763">
                  <a:extLst>
                    <a:ext uri="{9D8B030D-6E8A-4147-A177-3AD203B41FA5}">
                      <a16:colId xmlns:a16="http://schemas.microsoft.com/office/drawing/2014/main" val="1787782440"/>
                    </a:ext>
                  </a:extLst>
                </a:gridCol>
                <a:gridCol w="2136710">
                  <a:extLst>
                    <a:ext uri="{9D8B030D-6E8A-4147-A177-3AD203B41FA5}">
                      <a16:colId xmlns:a16="http://schemas.microsoft.com/office/drawing/2014/main" val="303842637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4233904388"/>
                    </a:ext>
                  </a:extLst>
                </a:gridCol>
                <a:gridCol w="2864498">
                  <a:extLst>
                    <a:ext uri="{9D8B030D-6E8A-4147-A177-3AD203B41FA5}">
                      <a16:colId xmlns:a16="http://schemas.microsoft.com/office/drawing/2014/main" val="3921934829"/>
                    </a:ext>
                  </a:extLst>
                </a:gridCol>
                <a:gridCol w="867747">
                  <a:extLst>
                    <a:ext uri="{9D8B030D-6E8A-4147-A177-3AD203B41FA5}">
                      <a16:colId xmlns:a16="http://schemas.microsoft.com/office/drawing/2014/main" val="2931642715"/>
                    </a:ext>
                  </a:extLst>
                </a:gridCol>
                <a:gridCol w="699796">
                  <a:extLst>
                    <a:ext uri="{9D8B030D-6E8A-4147-A177-3AD203B41FA5}">
                      <a16:colId xmlns:a16="http://schemas.microsoft.com/office/drawing/2014/main" val="791040948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711438374"/>
                    </a:ext>
                  </a:extLst>
                </a:gridCol>
                <a:gridCol w="774440">
                  <a:extLst>
                    <a:ext uri="{9D8B030D-6E8A-4147-A177-3AD203B41FA5}">
                      <a16:colId xmlns:a16="http://schemas.microsoft.com/office/drawing/2014/main" val="3332563120"/>
                    </a:ext>
                  </a:extLst>
                </a:gridCol>
                <a:gridCol w="748883">
                  <a:extLst>
                    <a:ext uri="{9D8B030D-6E8A-4147-A177-3AD203B41FA5}">
                      <a16:colId xmlns:a16="http://schemas.microsoft.com/office/drawing/2014/main" val="4160093483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961818077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2623620816"/>
                    </a:ext>
                  </a:extLst>
                </a:gridCol>
              </a:tblGrid>
              <a:tr h="33890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 ID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Strategic Initiative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UFD#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 Name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Planned Start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Planned  </a:t>
                      </a:r>
                    </a:p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End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Actual </a:t>
                      </a:r>
                    </a:p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Start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Test Steps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Test Steps Executed %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TS Status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728279"/>
                  </a:ext>
                </a:extLst>
              </a:tr>
              <a:tr h="2082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 Planned %</a:t>
                      </a:r>
                      <a:endParaRPr lang="en-IN" dirty="0"/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This Week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Last Week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59992"/>
                  </a:ext>
                </a:extLst>
              </a:tr>
              <a:tr h="269213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433732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 North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ASEoD Deprecation Phase 2B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7/17/2026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117976"/>
                  </a:ext>
                </a:extLst>
              </a:tr>
              <a:tr h="270543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Maintenance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ASEoD Speed Floors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87.1%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79.2%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08157"/>
                  </a:ext>
                </a:extLst>
              </a:tr>
              <a:tr h="358286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Revenue Generation - Value Added Services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DDNIS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4/30/2026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6/28/2026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4/30/2026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27.7%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16.5%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18248"/>
                  </a:ext>
                </a:extLst>
              </a:tr>
              <a:tr h="220622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Mandates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7312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CGW453 on ABF DD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38.5%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788137"/>
                  </a:ext>
                </a:extLst>
              </a:tr>
              <a:tr h="358286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Revenue Generation - Wireline Growth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7312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Wavelength Cycle Time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78.6%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9417"/>
                  </a:ext>
                </a:extLst>
              </a:tr>
              <a:tr h="229995"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Common Capabilities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BCLM Migration - AVPN &amp; BVOIP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7.8%</a:t>
                      </a:r>
                      <a:endParaRPr lang="en-US" sz="1100" b="0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40109"/>
                  </a:ext>
                </a:extLst>
              </a:tr>
              <a:tr h="2971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BCLM Migration - ADI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4/28/2026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21503"/>
                  </a:ext>
                </a:extLst>
              </a:tr>
              <a:tr h="278053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Mandates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IPFlex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FCC 911 Compliance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98.6%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815711"/>
                  </a:ext>
                </a:extLst>
              </a:tr>
              <a:tr h="251066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Maintenance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7905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ADIVB Missing Port Charge fix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94.4%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167288"/>
                  </a:ext>
                </a:extLst>
              </a:tr>
              <a:tr h="263550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437496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Sales Tooling&amp; Transformation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Runner - Embedded base MVP2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90.97%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17560"/>
                  </a:ext>
                </a:extLst>
              </a:tr>
              <a:tr h="263550"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Sales Tooling&amp; Transformation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4714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AIAB with ABV Voice Priority - ASF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6/19/2026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50.86%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73.65%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75990"/>
                  </a:ext>
                </a:extLst>
              </a:tr>
              <a:tr h="209388"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AIAB with ABV Voice Priority - BC flow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9809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5F7D91-5030-F294-4B61-115050960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560053"/>
              </p:ext>
            </p:extLst>
          </p:nvPr>
        </p:nvGraphicFramePr>
        <p:xfrm>
          <a:off x="7626800" y="945987"/>
          <a:ext cx="3978730" cy="6606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045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266">
                  <a:extLst>
                    <a:ext uri="{9D8B030D-6E8A-4147-A177-3AD203B41FA5}">
                      <a16:colId xmlns:a16="http://schemas.microsoft.com/office/drawing/2014/main" val="763658137"/>
                    </a:ext>
                  </a:extLst>
                </a:gridCol>
                <a:gridCol w="134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547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Planned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</a:t>
                      </a:r>
                      <a:r>
                        <a:rPr lang="en-US" sz="12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Actuals</a:t>
                      </a:r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Overall</a:t>
                      </a:r>
                      <a:r>
                        <a:rPr lang="en-US" sz="12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Status</a:t>
                      </a:r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663909"/>
                  </a:ext>
                </a:extLst>
              </a:tr>
              <a:tr h="311133"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72.87%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925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7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3629-2C12-DD54-2B48-CD950E35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491A34-D292-CE71-F112-9080CF35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6" y="224872"/>
            <a:ext cx="10484434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Overall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B88609A5-5D77-7C35-B331-983B31C51FD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803C39B-30CD-8BFA-E898-44E6ECE00A73}"/>
              </a:ext>
            </a:extLst>
          </p:cNvPr>
          <p:cNvGraphicFramePr/>
          <p:nvPr/>
        </p:nvGraphicFramePr>
        <p:xfrm>
          <a:off x="2116119" y="1004501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AF4FFFC-8883-7494-9EDA-1C6D02D4006C}"/>
              </a:ext>
            </a:extLst>
          </p:cNvPr>
          <p:cNvGraphicFramePr/>
          <p:nvPr/>
        </p:nvGraphicFramePr>
        <p:xfrm>
          <a:off x="2189388" y="928349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739C792-C98C-3223-5963-CF898032CC39}"/>
              </a:ext>
            </a:extLst>
          </p:cNvPr>
          <p:cNvGraphicFramePr/>
          <p:nvPr/>
        </p:nvGraphicFramePr>
        <p:xfrm>
          <a:off x="2149926" y="1036173"/>
          <a:ext cx="3248024" cy="231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61DC8F5-9910-A23C-D77D-8D0D877106E0}"/>
              </a:ext>
            </a:extLst>
          </p:cNvPr>
          <p:cNvSpPr/>
          <p:nvPr/>
        </p:nvSpPr>
        <p:spPr>
          <a:xfrm>
            <a:off x="5529048" y="3244334"/>
            <a:ext cx="1121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</a:rPr>
              <a:t>Project ID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02D1A99-7A09-450E-55DC-C2F75B927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51035"/>
              </p:ext>
            </p:extLst>
          </p:nvPr>
        </p:nvGraphicFramePr>
        <p:xfrm>
          <a:off x="0" y="928349"/>
          <a:ext cx="11970762" cy="1959675"/>
        </p:xfrm>
        <a:graphic>
          <a:graphicData uri="http://schemas.openxmlformats.org/drawingml/2006/table">
            <a:tbl>
              <a:tblPr firstRow="1" lastCol="1" bandRow="1" bandCol="1"/>
              <a:tblGrid>
                <a:gridCol w="760682">
                  <a:extLst>
                    <a:ext uri="{9D8B030D-6E8A-4147-A177-3AD203B41FA5}">
                      <a16:colId xmlns:a16="http://schemas.microsoft.com/office/drawing/2014/main" val="1787782440"/>
                    </a:ext>
                  </a:extLst>
                </a:gridCol>
                <a:gridCol w="2187791">
                  <a:extLst>
                    <a:ext uri="{9D8B030D-6E8A-4147-A177-3AD203B41FA5}">
                      <a16:colId xmlns:a16="http://schemas.microsoft.com/office/drawing/2014/main" val="3038426372"/>
                    </a:ext>
                  </a:extLst>
                </a:gridCol>
                <a:gridCol w="569168">
                  <a:extLst>
                    <a:ext uri="{9D8B030D-6E8A-4147-A177-3AD203B41FA5}">
                      <a16:colId xmlns:a16="http://schemas.microsoft.com/office/drawing/2014/main" val="4233904388"/>
                    </a:ext>
                  </a:extLst>
                </a:gridCol>
                <a:gridCol w="2948473">
                  <a:extLst>
                    <a:ext uri="{9D8B030D-6E8A-4147-A177-3AD203B41FA5}">
                      <a16:colId xmlns:a16="http://schemas.microsoft.com/office/drawing/2014/main" val="3921934829"/>
                    </a:ext>
                  </a:extLst>
                </a:gridCol>
                <a:gridCol w="867747">
                  <a:extLst>
                    <a:ext uri="{9D8B030D-6E8A-4147-A177-3AD203B41FA5}">
                      <a16:colId xmlns:a16="http://schemas.microsoft.com/office/drawing/2014/main" val="2931642715"/>
                    </a:ext>
                  </a:extLst>
                </a:gridCol>
                <a:gridCol w="699796">
                  <a:extLst>
                    <a:ext uri="{9D8B030D-6E8A-4147-A177-3AD203B41FA5}">
                      <a16:colId xmlns:a16="http://schemas.microsoft.com/office/drawing/2014/main" val="791040948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711438374"/>
                    </a:ext>
                  </a:extLst>
                </a:gridCol>
                <a:gridCol w="774440">
                  <a:extLst>
                    <a:ext uri="{9D8B030D-6E8A-4147-A177-3AD203B41FA5}">
                      <a16:colId xmlns:a16="http://schemas.microsoft.com/office/drawing/2014/main" val="3332563120"/>
                    </a:ext>
                  </a:extLst>
                </a:gridCol>
                <a:gridCol w="748883">
                  <a:extLst>
                    <a:ext uri="{9D8B030D-6E8A-4147-A177-3AD203B41FA5}">
                      <a16:colId xmlns:a16="http://schemas.microsoft.com/office/drawing/2014/main" val="4160093483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961818077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2623620816"/>
                    </a:ext>
                  </a:extLst>
                </a:gridCol>
              </a:tblGrid>
              <a:tr h="31714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 ID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Strategic Initiative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UFD#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 Name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Planned Start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Planned  </a:t>
                      </a:r>
                    </a:p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End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Actual </a:t>
                      </a:r>
                    </a:p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Start Date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Test Steps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Test Steps Executed %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TS Status</a:t>
                      </a: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728279"/>
                  </a:ext>
                </a:extLst>
              </a:tr>
              <a:tr h="19488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 Planned %</a:t>
                      </a:r>
                      <a:endParaRPr lang="en-IN" dirty="0"/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This Week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Last Week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12" marR="5912" marT="591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59992"/>
                  </a:ext>
                </a:extLst>
              </a:tr>
              <a:tr h="289529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Maintenance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ADI Wan IP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33261"/>
                  </a:ext>
                </a:extLst>
              </a:tr>
              <a:tr h="289529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437427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- Operational Enhancements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4454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NNI_EATM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723218"/>
                  </a:ext>
                </a:extLst>
              </a:tr>
              <a:tr h="289529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Mandates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IPFlex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FCC Compliance NextGen 911 Order Phase-1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5/29/2026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441503"/>
                  </a:ext>
                </a:extLst>
              </a:tr>
              <a:tr h="289529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Product Growth Council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ABF Enhanced Internet - ETE (MACD &amp; SA)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5/23/2026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B1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t" latinLnBrk="0" hangingPunct="1"/>
                      <a:r>
                        <a:rPr lang="en-US" sz="11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227773"/>
                  </a:ext>
                </a:extLst>
              </a:tr>
              <a:tr h="289529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Maintenance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7962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ADI IGLOO Quick Hit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5/24/2026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</a:t>
                      </a:r>
                      <a:endParaRPr lang="en-IN" sz="1100" b="1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</a:t>
                      </a:r>
                      <a:endParaRPr lang="en-IN" sz="1100" b="1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47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82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FC7E-ADA3-7F44-B0E5-BE397374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8497FB-5E25-B3C0-4725-B9E9094E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2CA15201-ABF8-F258-786B-D57CCBA5A2B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4001F2-B73F-0DFB-0C06-D49F602DB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630530"/>
              </p:ext>
            </p:extLst>
          </p:nvPr>
        </p:nvGraphicFramePr>
        <p:xfrm>
          <a:off x="-2" y="671897"/>
          <a:ext cx="12096516" cy="80729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6294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1451449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683740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3593295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1014543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371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44918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2220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1861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559938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433732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 North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ASEoD Deprecation Phase 2B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7/17/2026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2402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2318F2-FEA3-B631-941D-F9ECE17D9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74527"/>
              </p:ext>
            </p:extLst>
          </p:nvPr>
        </p:nvGraphicFramePr>
        <p:xfrm>
          <a:off x="-2" y="1479193"/>
          <a:ext cx="12096514" cy="3794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7881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2143941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7980362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214330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465181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21890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433732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ETE Testing 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44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10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hold: 3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5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23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Descoped: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Note: Flow Verification Testing completed 100% on 6/3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44 TCs (New start, Supp, Change, Add, Remove, Disconnect, VLAN)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BC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ETE testing resumed from 4/2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 TCs (Add EVC) In Progress (EVC Activation In Progress)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10 TCs (6 Change UNI, 3 Add EVC, 1 Change EVC) blocked by defects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PINV Defect# 517288 (Created on 6/4); TC14 - Change UNI COS MACD-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getProductsAPI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is failing with 503 service temporarily available in SDW for the change port workflow; PINV team is creating a ticket for the Sentry team as only test and stage environments are down; Blocker for all IR MACDs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PINV Defect# 517281 (Created on 6/4);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getConfiguredProductListDetails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API and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getConfiguredProductDetails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API is failing in UAT3; Blocker for all IR MACDs. Topology adapter issue. PINV Test and Stage env is down PINV team is investigating 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SDW Defect# 516976 (Created on 6/3); Change UNI MACD IR - Dates are not being passed in sequence from SDW to CANOPI in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ExternallyActivatedUni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Payload;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Retest Blocked by PINV Defect# 517281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BC Defect# 516456 (Created on 6/2); Add DD on IEVC. Review Order page is not showing the Asset ID for Internal EVC which is selected for MACD; Retest Failed.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ST retest to be retried post PINV defect# 517281 resolution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BC Defect# 517041 (Created on 6/3); 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billAccountNumber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is not passing under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MasterOrder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payload from BC;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ETA 6/4 EOD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BC Defect# 512065 (Created on 5/19); Add EVC Leg to a Port - Unable to submit order as it shows 'You don't have valid EVC/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iEVC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' for Existing Active Port which was pulled from Network Inventory Page;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Retest Blocked by PINV Defect# 517281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PINV(2)-No ETA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SDW(1)-Retest Blocked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BC(3)-1 Retest Failed, 1 ETA 6/4 EOD, 1 Retest Blocked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strike="noStrike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05060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7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F997-2C53-92B3-EFA1-D45A576E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E08E31-7889-4348-886A-2A1314E6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D174F4CF-63D9-EAC5-7619-9CAF10E5CF5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142B22-5BBD-0872-7800-02DE9042B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697162"/>
              </p:ext>
            </p:extLst>
          </p:nvPr>
        </p:nvGraphicFramePr>
        <p:xfrm>
          <a:off x="-2" y="884564"/>
          <a:ext cx="12096516" cy="12157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6294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2145528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2969215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713884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371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44918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2220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1861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608334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84006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Tech Enablement - Development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7312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Wavelength Cycle Time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91.1%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78.6%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824443"/>
                  </a:ext>
                </a:extLst>
              </a:tr>
              <a:tr h="284006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Tech Enablement - Development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7905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ASEoD Speed Floors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87.1%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79.2%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44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6ECB06-CFC3-90B0-2B4A-4CF52B85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19146"/>
              </p:ext>
            </p:extLst>
          </p:nvPr>
        </p:nvGraphicFramePr>
        <p:xfrm>
          <a:off x="-2" y="2100276"/>
          <a:ext cx="12096514" cy="4937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7881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1733394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8500188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105051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440008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760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in Amber since testing was majorly blocked by USRP defect# 516406 since 6/1. </a:t>
                      </a:r>
                      <a:r>
                        <a:rPr lang="en-US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Defect retest currently stuck due to ACMS PON creation not working. Triage in progress with ACMS, EOT, USRP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4 EPLSWAN New Start TCs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ECAP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4/2;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 TCs blocked by USRP Defect# 516406 (Created on 6/1); Orders are failed with fatal error and rejected from carrier as ACMS is not mapping the address properly; Defect retest currently stuck due to ACMS PON creation not working. Triage in progress with ACMS, EOT, USRP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Non-Blocker Defects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EOXP Defect# 516063 (Created on 5/30); Address validation status is not reflecting in EOX UI; ETA was 6/3. Awaiting update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EOT Defect# 511902 (Created on 5/19); Get ECAP request button is not returning all values for ECAP request id  ETA 7/11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EO Defect# 517008 (Created on 6/3); Fallout email is not triggered in EO; No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USRP(1)-Retest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008353106"/>
                  </a:ext>
                </a:extLst>
              </a:tr>
              <a:tr h="760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10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in Forced Amber since testing is blocked by OCX Defect# 516064 which had an ETA of 6/4. Awaiting update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10 ASEoD TCs (3 New Starts, 2 Ordering &amp; Provisioning, 5 MACDs)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Code impacted applications: BC, EDF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4/27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6 TCs (3 New Start TCs, 2 O&amp;P, 1 MACD Regression) Execution Completed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 MACD TCs blocked by OCX Defect# 516064 (created on 5/30) Original Speed Field data is missing in </a:t>
                      </a:r>
                      <a:r>
                        <a:rPr 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AssetLIST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API in BC for ASEOD Change Speed Order UAT ENV; ETA of 6/4 missed. Working bridge in progress between OCX, EDF and ETE teams 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Non-Blocker Defects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BC Defect# 516223 (Created on 6/01) Qualify API is failing for LNS SITEs in ASEOD Change CIR in BC UAT env; Need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OCX(1)-No ETA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1426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79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39F5-D57E-7EAF-5B93-14FA46D9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E86EAB-016F-0F35-13F6-5E46E3CC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Post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1DC12BDE-EA65-109E-16A8-D2A17C9D4F6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1C0D2B-EBA0-2B82-B16D-D43ED6BD9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056760"/>
              </p:ext>
            </p:extLst>
          </p:nvPr>
        </p:nvGraphicFramePr>
        <p:xfrm>
          <a:off x="0" y="822255"/>
          <a:ext cx="12096516" cy="13339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6294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2061553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3081182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713884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371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44918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2220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1861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839238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47358"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Common Capabilities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BCLM Migration - ADI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6/26/2026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4/28/2026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240278"/>
                  </a:ext>
                </a:extLst>
              </a:tr>
              <a:tr h="2473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BCLM Migration - AVPN &amp; BVOIP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6/26/2026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4.6%</a:t>
                      </a:r>
                      <a:endParaRPr lang="en-US" sz="1100" b="0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4510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1E4AA6-149A-F75A-24DA-1EC366AC3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39823"/>
              </p:ext>
            </p:extLst>
          </p:nvPr>
        </p:nvGraphicFramePr>
        <p:xfrm>
          <a:off x="0" y="2156208"/>
          <a:ext cx="12096514" cy="444318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7881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2069295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8055008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214330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572226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1489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13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hold: 6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in Forced Amber since testing is majorly blocked by ADOPT Defect# 516565 with no ETA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13 ADI New Start TCs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ASF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4/27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 TCs blocked by ADOPT Defect# 516565 (Created on 6/3); Missing details in ISOD causing OMX decomposition to remain pending;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Retest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 TCs on hold due to Potential blocker ADOPT Defect# 516565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sng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Defects in Retest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ABR/OBE/BGW Defect# 515508 (Created on 5/28); Biller ID: PL sent from A&amp;BR which should be UP when ABR retrieve Service MCN triplet; Triage in progress; Retest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COMS Defect# 515106 (Created on 5/27); Getting “External Discount ID Invalid” issue in BGW; Moved from ADOPT to COMS on 6/1; Retest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BCLM Defect# 514257 (Created on 5/25); Countersign email not received; Retest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ADOPT(1)-Retest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strike="noStrike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62809938"/>
                  </a:ext>
                </a:extLst>
              </a:tr>
              <a:tr h="8415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12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7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in Amber since testing was majorly blocked by BCLM defect# 515216 between 5/27-6/2 , BVOP code from COMS-BCLM  for contract generation delivered on 5/27 (Original ETA of 5/11 missed)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12 New Starts (8 AVPN, 4 BVOIP) 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ASF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5/11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 TCs (4 AVPN, 3 BVOIP) In Progress - </a:t>
                      </a: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BCLM Defect# 515216 (Created on 5/27); Countersign email not received; Retest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BCLM(1)-Retest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5634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68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F6F4-2995-8ECB-3C22-37AB7924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FD9C3A-6C05-BD71-4579-32AC83D9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Post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9575E842-CCD1-FE9B-15EB-BF9138C271C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205DAF-C16E-18F5-A0F5-E92976E5B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486406"/>
              </p:ext>
            </p:extLst>
          </p:nvPr>
        </p:nvGraphicFramePr>
        <p:xfrm>
          <a:off x="-2" y="884565"/>
          <a:ext cx="12096516" cy="13339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6294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1451449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683740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3893954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713884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371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44918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2220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1861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839238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AT&amp;T Business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DDNIS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4/30/2026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6/28/2026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4/30/2026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27.7%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16.5%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322557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Mandates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7312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CGW453 on ABF DD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7/2/2026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38.5%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25.0%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274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F5481C-D0D4-85A5-6C66-ACDE6A290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180234"/>
              </p:ext>
            </p:extLst>
          </p:nvPr>
        </p:nvGraphicFramePr>
        <p:xfrm>
          <a:off x="0" y="2218518"/>
          <a:ext cx="12096514" cy="439144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7881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2133602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7990701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214330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539022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27109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437600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3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2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is Amber since testing is majorly blocked by defects/Issues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NIS Defects 510274 &amp; 516449 with no ETA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ASF code delivered on 6/1 (Original ETA of 4/30 missed)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 Not Started MACD TCs dependent on the New Start completion (4 MACD TCs out of the 12 cannot be started though NS would complete due to SDW code unavailability until 6/9)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ETE currently mocking up the payload data into SDW and continuing with the testing until ASF orders are provided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ASF order received for 1 New Start on 6/3. 1 New Start TC In Progress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Daily working bridge set up by ATT LPM to progress with the testing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19 TCs (5 New Starts, 6 Change, 1 SA, 1 Admin change, 2 Cancel, 4 New Add)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ASF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4/30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New Start Execution blocked by defects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NIS  Defect# 510274 (Created on 5/13); DDNIS Create Customer Failure. Retest Failed on 6/1. No ETA yet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NIS Defect# 516449 (Created on 6/3); Admin Setup is complete, but SDW action 'admin-setup-completed' failed; No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NIS(2)-No ETA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02089714"/>
                  </a:ext>
                </a:extLst>
              </a:tr>
              <a:tr h="11414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437501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24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5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Project is Amber since testing was majorly blocked by IOMIP &amp; EF defects until 6/2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24 ABF TCs (NS, Amend, Cancel, Disconnect, Add, Change, SA)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ASF, LS-CRM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5/12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 TCs In Progress; No major 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strike="noStrike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16413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30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F997-2C53-92B3-EFA1-D45A576E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E08E31-7889-4348-886A-2A1314E6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D174F4CF-63D9-EAC5-7619-9CAF10E5CF5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142B22-5BBD-0872-7800-02DE9042B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17261"/>
              </p:ext>
            </p:extLst>
          </p:nvPr>
        </p:nvGraphicFramePr>
        <p:xfrm>
          <a:off x="-2" y="884565"/>
          <a:ext cx="12096516" cy="166923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6294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2322810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774441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2931892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713884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371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44918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2220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1861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839238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Mandates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IPFlex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FCC 911 Compliance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4/27/2026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96.6%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98.6%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84915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 - Maintenance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7905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ADIVB Missing Port Charge fix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94.4%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45108"/>
                  </a:ext>
                </a:extLst>
              </a:tr>
              <a:tr h="247358"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437496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Sales Tooling&amp; Transformation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Runner - Embedded base MVP2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6/5/2026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90.97%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81.09%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3635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6ECB06-CFC3-90B0-2B4A-4CF52B85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850830"/>
              </p:ext>
            </p:extLst>
          </p:nvPr>
        </p:nvGraphicFramePr>
        <p:xfrm>
          <a:off x="0" y="2553799"/>
          <a:ext cx="12096514" cy="315956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57881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2311890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7812413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214330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538289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7348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10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6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10 TCs (2 New Starts, 4 Change, 4 MACD)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Code impacted applications: SPP, EDF, INSTAR, ASOC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4/27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Last Change TC blocked by ACVP Defect# Defect# 517064 (Created on 6/3); Fallout Error occurred in ABV – TN Activation V3 in ABV Add TN MACD order; UR Ticket# UR0126103 raised for this issue. No ETA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ACVP(1)-No ETA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42448583"/>
                  </a:ext>
                </a:extLst>
              </a:tr>
              <a:tr h="617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437318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2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2 ADI MACD TCs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5/4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Last TC In Progress (Bill trigger to BGW in progress)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strike="noStrike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62809938"/>
                  </a:ext>
                </a:extLst>
              </a:tr>
              <a:tr h="617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437496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8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8 TCs (5 Add Site, 1 Add DD, 1 Cancel, 1 Supp CRDD)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Sales Originating app: 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 Add Site TCs blocked by ASF/PINV/C360 Defect# 516926 (Created on 6/3); Installation Charge mismatch between Quote Screen and Invoice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ASF/PINV/C360(1)-No ETA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861348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09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77FE-7692-9D42-821F-ED7B5B77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F602D4-339B-CF3A-A6AE-1F64A71B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" y="166777"/>
            <a:ext cx="11057913" cy="606639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chemeClr val="bg1"/>
                </a:solidFill>
              </a:rPr>
              <a:t>Jun’26 Release - ETE Testing (Wireline)</a:t>
            </a:r>
          </a:p>
        </p:txBody>
      </p:sp>
      <p:pic>
        <p:nvPicPr>
          <p:cNvPr id="9" name="ibm white.png">
            <a:extLst>
              <a:ext uri="{FF2B5EF4-FFF2-40B4-BE49-F238E27FC236}">
                <a16:creationId xmlns:a16="http://schemas.microsoft.com/office/drawing/2014/main" id="{98A6F3A6-8DC6-2C0C-C482-2997C367BA4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420" t="24029" r="15911" b="24029"/>
          <a:stretch>
            <a:fillRect/>
          </a:stretch>
        </p:blipFill>
        <p:spPr>
          <a:xfrm>
            <a:off x="10263652" y="248038"/>
            <a:ext cx="885812" cy="45165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5BFDA9-990C-72DC-902D-A5A15EB2BD43}"/>
              </a:ext>
            </a:extLst>
          </p:cNvPr>
          <p:cNvGraphicFramePr>
            <a:graphicFrameLocks noGrp="1"/>
          </p:cNvGraphicFramePr>
          <p:nvPr/>
        </p:nvGraphicFramePr>
        <p:xfrm>
          <a:off x="-2" y="884565"/>
          <a:ext cx="12179302" cy="13339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61470">
                  <a:extLst>
                    <a:ext uri="{9D8B030D-6E8A-4147-A177-3AD203B41FA5}">
                      <a16:colId xmlns:a16="http://schemas.microsoft.com/office/drawing/2014/main" val="3251563591"/>
                    </a:ext>
                  </a:extLst>
                </a:gridCol>
                <a:gridCol w="2338707">
                  <a:extLst>
                    <a:ext uri="{9D8B030D-6E8A-4147-A177-3AD203B41FA5}">
                      <a16:colId xmlns:a16="http://schemas.microsoft.com/office/drawing/2014/main" val="3921105204"/>
                    </a:ext>
                  </a:extLst>
                </a:gridCol>
                <a:gridCol w="779741">
                  <a:extLst>
                    <a:ext uri="{9D8B030D-6E8A-4147-A177-3AD203B41FA5}">
                      <a16:colId xmlns:a16="http://schemas.microsoft.com/office/drawing/2014/main" val="540140788"/>
                    </a:ext>
                  </a:extLst>
                </a:gridCol>
                <a:gridCol w="2951957">
                  <a:extLst>
                    <a:ext uri="{9D8B030D-6E8A-4147-A177-3AD203B41FA5}">
                      <a16:colId xmlns:a16="http://schemas.microsoft.com/office/drawing/2014/main" val="3533062515"/>
                    </a:ext>
                  </a:extLst>
                </a:gridCol>
                <a:gridCol w="718770">
                  <a:extLst>
                    <a:ext uri="{9D8B030D-6E8A-4147-A177-3AD203B41FA5}">
                      <a16:colId xmlns:a16="http://schemas.microsoft.com/office/drawing/2014/main" val="2766110741"/>
                    </a:ext>
                  </a:extLst>
                </a:gridCol>
                <a:gridCol w="748809">
                  <a:extLst>
                    <a:ext uri="{9D8B030D-6E8A-4147-A177-3AD203B41FA5}">
                      <a16:colId xmlns:a16="http://schemas.microsoft.com/office/drawing/2014/main" val="4262700350"/>
                    </a:ext>
                  </a:extLst>
                </a:gridCol>
                <a:gridCol w="850700">
                  <a:extLst>
                    <a:ext uri="{9D8B030D-6E8A-4147-A177-3AD203B41FA5}">
                      <a16:colId xmlns:a16="http://schemas.microsoft.com/office/drawing/2014/main" val="2053328366"/>
                    </a:ext>
                  </a:extLst>
                </a:gridCol>
                <a:gridCol w="903868">
                  <a:extLst>
                    <a:ext uri="{9D8B030D-6E8A-4147-A177-3AD203B41FA5}">
                      <a16:colId xmlns:a16="http://schemas.microsoft.com/office/drawing/2014/main" val="203185723"/>
                    </a:ext>
                  </a:extLst>
                </a:gridCol>
                <a:gridCol w="898326">
                  <a:extLst>
                    <a:ext uri="{9D8B030D-6E8A-4147-A177-3AD203B41FA5}">
                      <a16:colId xmlns:a16="http://schemas.microsoft.com/office/drawing/2014/main" val="539472359"/>
                    </a:ext>
                  </a:extLst>
                </a:gridCol>
                <a:gridCol w="1226954">
                  <a:extLst>
                    <a:ext uri="{9D8B030D-6E8A-4147-A177-3AD203B41FA5}">
                      <a16:colId xmlns:a16="http://schemas.microsoft.com/office/drawing/2014/main" val="3164625127"/>
                    </a:ext>
                  </a:extLst>
                </a:gridCol>
              </a:tblGrid>
              <a:tr h="839238"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Strategic Initiative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UFD#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 End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Start Date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Planned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Steps</a:t>
                      </a:r>
                    </a:p>
                    <a:p>
                      <a:pPr marL="0" algn="ctr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Passed %</a:t>
                      </a: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 Status</a:t>
                      </a:r>
                      <a:endParaRPr lang="en-I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7026"/>
                  </a:ext>
                </a:extLst>
              </a:tr>
              <a:tr h="247358"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Modernization - Sales Tooling&amp; Transformation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4714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AIAB with ABV Voice Priority - ASF flow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5/6/2026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6/19/2026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5/6/2026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50.68%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73.65%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6EB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971598"/>
                  </a:ext>
                </a:extLst>
              </a:tr>
              <a:tr h="247358"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AIAB with ABV Voice Priority - BC flow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5/19/2026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6/29/2026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5/19/2026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20.3%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6469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7620" marR="7620" marT="762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96632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0EE046-D587-C39B-075E-A62234C026CC}"/>
              </a:ext>
            </a:extLst>
          </p:cNvPr>
          <p:cNvGraphicFramePr>
            <a:graphicFrameLocks noGrp="1"/>
          </p:cNvGraphicFramePr>
          <p:nvPr/>
        </p:nvGraphicFramePr>
        <p:xfrm>
          <a:off x="-3" y="2218519"/>
          <a:ext cx="12179303" cy="2545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63068">
                  <a:extLst>
                    <a:ext uri="{9D8B030D-6E8A-4147-A177-3AD203B41FA5}">
                      <a16:colId xmlns:a16="http://schemas.microsoft.com/office/drawing/2014/main" val="1297805626"/>
                    </a:ext>
                  </a:extLst>
                </a:gridCol>
                <a:gridCol w="2327713">
                  <a:extLst>
                    <a:ext uri="{9D8B030D-6E8A-4147-A177-3AD203B41FA5}">
                      <a16:colId xmlns:a16="http://schemas.microsoft.com/office/drawing/2014/main" val="2975067147"/>
                    </a:ext>
                  </a:extLst>
                </a:gridCol>
                <a:gridCol w="7865881">
                  <a:extLst>
                    <a:ext uri="{9D8B030D-6E8A-4147-A177-3AD203B41FA5}">
                      <a16:colId xmlns:a16="http://schemas.microsoft.com/office/drawing/2014/main" val="149096843"/>
                    </a:ext>
                  </a:extLst>
                </a:gridCol>
                <a:gridCol w="1222641">
                  <a:extLst>
                    <a:ext uri="{9D8B030D-6E8A-4147-A177-3AD203B41FA5}">
                      <a16:colId xmlns:a16="http://schemas.microsoft.com/office/drawing/2014/main" val="330383081"/>
                    </a:ext>
                  </a:extLst>
                </a:gridCol>
              </a:tblGrid>
              <a:tr h="440008"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fontAlgn="ctr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Overall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Critical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6469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 Defects / Blockers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20334"/>
                  </a:ext>
                </a:extLst>
              </a:tr>
              <a:tr h="760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14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3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Completed: 8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14 ABV TCs (NS, Supp, MACD, Disconnect)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5/6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 New Start TCs blocked by defects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ACVP Defect# 515972 (Created on 5/29); </a:t>
                      </a: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Fixed. Need new order from ASF to retest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ACVP Defect# 515711 (Created on 5/29); ETA 6/5</a:t>
                      </a:r>
                    </a:p>
                    <a:p>
                      <a:pPr marL="627919" marR="0" lvl="1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UB Defect# 517154 (Created on 6/3); No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ACVP(2)-1 No ETA, 1 Retest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UB(1)-No ETA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strike="noStrike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56346941"/>
                  </a:ext>
                </a:extLst>
              </a:tr>
              <a:tr h="760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437414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TCs: 6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Blocked: 1</a:t>
                      </a:r>
                    </a:p>
                    <a:p>
                      <a:pPr marL="171450" marR="0" lvl="0" indent="-171450" algn="l" defTabSz="45646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Started: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ETE Testing Scope: 6 TCs (Add Site, MACD, Supp)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Testing started as per plan on 5/6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 TC (Add Site) blocked by SSP/OE Defect# 513083 (Created on 5/21) Foundational data is missing for the order. ETA 6/8</a:t>
                      </a:r>
                    </a:p>
                    <a:p>
                      <a:pPr marL="171450" marR="0" lvl="0" indent="-17145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Potential blocker for the Not Started TCs</a:t>
                      </a:r>
                    </a:p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6469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strike="noStrike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SSP(1)-6/8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4691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4019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5_att_std_glb_ppt_temp_151109">
  <a:themeElements>
    <a:clrScheme name="ATT 3">
      <a:dk1>
        <a:srgbClr val="009FDB"/>
      </a:dk1>
      <a:lt1>
        <a:sysClr val="window" lastClr="FFFFFF"/>
      </a:lt1>
      <a:dk2>
        <a:srgbClr val="000000"/>
      </a:dk2>
      <a:lt2>
        <a:srgbClr val="D2D2D2"/>
      </a:lt2>
      <a:accent1>
        <a:srgbClr val="009FDB"/>
      </a:accent1>
      <a:accent2>
        <a:srgbClr val="EA7400"/>
      </a:accent2>
      <a:accent3>
        <a:srgbClr val="71C5E8"/>
      </a:accent3>
      <a:accent4>
        <a:srgbClr val="0568AE"/>
      </a:accent4>
      <a:accent5>
        <a:srgbClr val="959595"/>
      </a:accent5>
      <a:accent6>
        <a:srgbClr val="5A5A5A"/>
      </a:accent6>
      <a:hlink>
        <a:srgbClr val="0B1763"/>
      </a:hlink>
      <a:folHlink>
        <a:srgbClr val="0568A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tt_std_glb_ppt_temp_151104" id="{BEECD850-2C08-4E6E-AC14-E6F83908F87F}" vid="{D894D936-F6EC-439A-A9EC-6B5ED99BF256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4D4D4D"/>
      </a:dk1>
      <a:lt1>
        <a:srgbClr val="FFFFFF"/>
      </a:lt1>
      <a:dk2>
        <a:srgbClr val="000000"/>
      </a:dk2>
      <a:lt2>
        <a:srgbClr val="CCCCCC"/>
      </a:lt2>
      <a:accent1>
        <a:srgbClr val="067AB4"/>
      </a:accent1>
      <a:accent2>
        <a:srgbClr val="FF7200"/>
      </a:accent2>
      <a:accent3>
        <a:srgbClr val="FFFFFF"/>
      </a:accent3>
      <a:accent4>
        <a:srgbClr val="404040"/>
      </a:accent4>
      <a:accent5>
        <a:srgbClr val="AABED6"/>
      </a:accent5>
      <a:accent6>
        <a:srgbClr val="E76700"/>
      </a:accent6>
      <a:hlink>
        <a:srgbClr val="6EBB1F"/>
      </a:hlink>
      <a:folHlink>
        <a:srgbClr val="0C2577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CCCCCC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CCCCCC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Blank 1">
        <a:dk1>
          <a:srgbClr val="4D4D4D"/>
        </a:dk1>
        <a:lt1>
          <a:srgbClr val="FFFFFF"/>
        </a:lt1>
        <a:dk2>
          <a:srgbClr val="000000"/>
        </a:dk2>
        <a:lt2>
          <a:srgbClr val="CCCCCC"/>
        </a:lt2>
        <a:accent1>
          <a:srgbClr val="067AB4"/>
        </a:accent1>
        <a:accent2>
          <a:srgbClr val="FF7200"/>
        </a:accent2>
        <a:accent3>
          <a:srgbClr val="FFFFFF"/>
        </a:accent3>
        <a:accent4>
          <a:srgbClr val="404040"/>
        </a:accent4>
        <a:accent5>
          <a:srgbClr val="AABED6"/>
        </a:accent5>
        <a:accent6>
          <a:srgbClr val="E76700"/>
        </a:accent6>
        <a:hlink>
          <a:srgbClr val="6EBB1F"/>
        </a:hlink>
        <a:folHlink>
          <a:srgbClr val="0C25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2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3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4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5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6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7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ppt/theme/themeOverride8.xml><?xml version="1.0" encoding="utf-8"?>
<a:themeOverride xmlns:a="http://schemas.openxmlformats.org/drawingml/2006/main">
  <a:clrScheme name="ATT 3">
    <a:dk1>
      <a:srgbClr val="009FDB"/>
    </a:dk1>
    <a:lt1>
      <a:sysClr val="window" lastClr="FFFFFF"/>
    </a:lt1>
    <a:dk2>
      <a:srgbClr val="000000"/>
    </a:dk2>
    <a:lt2>
      <a:srgbClr val="D2D2D2"/>
    </a:lt2>
    <a:accent1>
      <a:srgbClr val="009FDB"/>
    </a:accent1>
    <a:accent2>
      <a:srgbClr val="EA7400"/>
    </a:accent2>
    <a:accent3>
      <a:srgbClr val="71C5E8"/>
    </a:accent3>
    <a:accent4>
      <a:srgbClr val="0568AE"/>
    </a:accent4>
    <a:accent5>
      <a:srgbClr val="959595"/>
    </a:accent5>
    <a:accent6>
      <a:srgbClr val="5A5A5A"/>
    </a:accent6>
    <a:hlink>
      <a:srgbClr val="0B1763"/>
    </a:hlink>
    <a:folHlink>
      <a:srgbClr val="0568AE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B48E7781CB14ABDFC5701083D6948" ma:contentTypeVersion="10" ma:contentTypeDescription="Create a new document." ma:contentTypeScope="" ma:versionID="b6aa8df1adc096c8a631b19cdacdc219">
  <xsd:schema xmlns:xsd="http://www.w3.org/2001/XMLSchema" xmlns:xs="http://www.w3.org/2001/XMLSchema" xmlns:p="http://schemas.microsoft.com/office/2006/metadata/properties" xmlns:ns3="f8ac5e7d-7b7d-46e0-8d8a-f4f02b48db66" targetNamespace="http://schemas.microsoft.com/office/2006/metadata/properties" ma:root="true" ma:fieldsID="4e85ce91df10eb7f05498f88d295d044" ns3:_="">
    <xsd:import namespace="f8ac5e7d-7b7d-46e0-8d8a-f4f02b48db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5e7d-7b7d-46e0-8d8a-f4f02b48d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ac5e7d-7b7d-46e0-8d8a-f4f02b48db66" xsi:nil="true"/>
  </documentManagement>
</p:properties>
</file>

<file path=customXml/itemProps1.xml><?xml version="1.0" encoding="utf-8"?>
<ds:datastoreItem xmlns:ds="http://schemas.openxmlformats.org/officeDocument/2006/customXml" ds:itemID="{C99ABB3B-19EF-4848-BD0A-82957F7073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D02100-D7E1-4B7A-873B-0E938825AC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ac5e7d-7b7d-46e0-8d8a-f4f02b48db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0C8A6C-ED74-40E3-939E-38ED5399E1AD}">
  <ds:schemaRefs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f8ac5e7d-7b7d-46e0-8d8a-f4f02b48db66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51461</TotalTime>
  <Words>2819</Words>
  <Application>Microsoft Office PowerPoint</Application>
  <PresentationFormat>Custom</PresentationFormat>
  <Paragraphs>686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MS PGothic</vt:lpstr>
      <vt:lpstr>Arial</vt:lpstr>
      <vt:lpstr>Calibri</vt:lpstr>
      <vt:lpstr>IB Wb Regular</vt:lpstr>
      <vt:lpstr>Lucida Grande</vt:lpstr>
      <vt:lpstr>Verdana</vt:lpstr>
      <vt:lpstr>Wingdings</vt:lpstr>
      <vt:lpstr>5_att_std_glb_ppt_temp_151109</vt:lpstr>
      <vt:lpstr>Blank</vt:lpstr>
      <vt:lpstr>Custom Design</vt:lpstr>
      <vt:lpstr>ETE Test Deck (Wireline &amp; MFE)</vt:lpstr>
      <vt:lpstr> </vt:lpstr>
      <vt:lpstr>Jun’26 Release - Overall ETE Testing (Wireline)</vt:lpstr>
      <vt:lpstr>Jun’26 Release - Overall ETE Testing (Wireline)</vt:lpstr>
      <vt:lpstr>Jun’26 Release - ETE Testing (Wireline)</vt:lpstr>
      <vt:lpstr>Jun’26 Release - ETE Testing (Wireline)</vt:lpstr>
      <vt:lpstr>Jun’26 Post Release - ETE Testing (Wireline)</vt:lpstr>
      <vt:lpstr>Jun’26 Post Release - ETE Testing (Wireline)</vt:lpstr>
      <vt:lpstr>Jun’26 Release - ETE Testing (Wireline)</vt:lpstr>
      <vt:lpstr>Jun’26 Release - ETE Testing (Wireline)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ANITHA KARENAHALLI NAGARAJ</dc:creator>
  <cp:keywords/>
  <dc:description/>
  <cp:lastModifiedBy>ANITHA KARENAHALLI NAGARAJ</cp:lastModifiedBy>
  <cp:revision>5591</cp:revision>
  <dcterms:created xsi:type="dcterms:W3CDTF">2015-07-16T22:54:39Z</dcterms:created>
  <dcterms:modified xsi:type="dcterms:W3CDTF">2026-06-04T12:43:41Z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0x010100C0FB48E7781CB14ABDFC5701083D6948</vt:lpwstr>
  </property>
</Properties>
</file>